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3660A1-8C9C-41C4-B853-5164AFA75937}">
  <a:tblStyle styleId="{413660A1-8C9C-41C4-B853-5164AFA759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“Hi everyone — I’m Carter, and today I’ll be talking about </a:t>
            </a:r>
            <a:r>
              <a:rPr i="1" lang="en">
                <a:solidFill>
                  <a:schemeClr val="dk1"/>
                </a:solidFill>
              </a:rPr>
              <a:t>Elastic On-Device LLM Services</a:t>
            </a:r>
            <a:r>
              <a:rPr lang="en">
                <a:solidFill>
                  <a:schemeClr val="dk1"/>
                </a:solidFill>
              </a:rPr>
              <a:t>, a paper from MobiCom 2025.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central theme is How do we make on-device large language models practical for real applications.”</a:t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b604f1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b604f1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Modern phones can run language models locally which gives privacy benefits, avoids network roundtrips, and can make interactions feel more immediate.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But phones are </a:t>
            </a:r>
            <a:r>
              <a:rPr i="1" lang="en">
                <a:solidFill>
                  <a:schemeClr val="dk1"/>
                </a:solidFill>
              </a:rPr>
              <a:t>resource constrained</a:t>
            </a:r>
            <a:r>
              <a:rPr lang="en">
                <a:solidFill>
                  <a:schemeClr val="dk1"/>
                </a:solidFill>
              </a:rPr>
              <a:t>: limited memory, compute, and especially </a:t>
            </a:r>
            <a:r>
              <a:rPr i="1" lang="en">
                <a:solidFill>
                  <a:schemeClr val="dk1"/>
                </a:solidFill>
              </a:rPr>
              <a:t>energy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And user experience demands low latency.”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Google Pixel devices use on-device language models for Smart Reply and voice transcription. These models must meet strict latency requirements while running on limited hardware.”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(Brief pause)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“What we’ll see is that different requests have different latency needs — and one fixed model just doesn’t serve them all well.”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b604f1c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7b604f1c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“When we talk about serving AI requests on a device, we need </a:t>
            </a:r>
            <a:r>
              <a:rPr i="1" lang="en">
                <a:solidFill>
                  <a:schemeClr val="dk1"/>
                </a:solidFill>
              </a:rPr>
              <a:t>targets</a:t>
            </a:r>
            <a:r>
              <a:rPr lang="en">
                <a:solidFill>
                  <a:schemeClr val="dk1"/>
                </a:solidFill>
              </a:rPr>
              <a:t> — that’s where SLOs come in.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An SLO — a Service-Level Objective — which is the latency constraints for a request.”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“Specifically, the paper uses two metrics: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TTFT</a:t>
            </a:r>
            <a:r>
              <a:rPr lang="en">
                <a:solidFill>
                  <a:schemeClr val="dk1"/>
                </a:solidFill>
              </a:rPr>
              <a:t> — Time To First Token: how fast the model starts responding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TPOT</a:t>
            </a:r>
            <a:r>
              <a:rPr lang="en">
                <a:solidFill>
                  <a:schemeClr val="dk1"/>
                </a:solidFill>
              </a:rPr>
              <a:t> — Time Per Output Token: how fast it continues generating after that.”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(Gesture to example table)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“Different apps — for example, quick text completion versus a long reasoning prompt — have very different SLOs.”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7b604f1c5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7b604f1c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“Now that we understand what an SLO is — a latency target defined by TTFT and TPOT — the key issue is that not all applications need the same latency profile.”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“Different mobile AI tasks have fundamentally different responsiveness requirements.”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“For example, a chatbot must respond quickly and continue generating smoothly, so it needs both low Time-To-First-Token and low Time-Per-Output-Token.”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“In contrast, a UI automation agent — like something controlling an app — mostly needs the first action quickly. After that, token generation can overlap with UI execution, so TPOT is less critical.”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“A background task, like a screen-event recorder, can tolerate slower response because the user is not directly waiting on it.”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“And voice assistants are extremely sensitive to TTFT — if the first token takes too long, it feels broken.”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“So the important takeaway is:”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is no single latency target that works for all on-device LLM applications.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“And that’s the systems challenge. If we deploy one fixed model on the device, it cannot optimally serve all these diverse SLOs.”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“This diversity is what motivates elasticity.”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7b604f1c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7b604f1c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what’s the tension?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Classic approach: load </a:t>
            </a:r>
            <a:r>
              <a:rPr i="1" lang="en">
                <a:solidFill>
                  <a:schemeClr val="dk1"/>
                </a:solidFill>
              </a:rPr>
              <a:t>one model</a:t>
            </a:r>
            <a:r>
              <a:rPr lang="en">
                <a:solidFill>
                  <a:schemeClr val="dk1"/>
                </a:solidFill>
              </a:rPr>
              <a:t> on the device.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the model is big then its slow, drains battery.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it’s small then its fast, but loses quality.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</a:rPr>
              <a:t>Why not use Multiple models?</a:t>
            </a:r>
            <a:endParaRPr b="1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100"/>
              <a:buChar char="●"/>
            </a:pPr>
            <a:r>
              <a:rPr lang="en">
                <a:solidFill>
                  <a:srgbClr val="595959"/>
                </a:solidFill>
              </a:rPr>
              <a:t>Too much memory</a:t>
            </a:r>
            <a:endParaRPr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Char char="●"/>
            </a:pPr>
            <a:r>
              <a:rPr lang="en">
                <a:solidFill>
                  <a:srgbClr val="595959"/>
                </a:solidFill>
              </a:rPr>
              <a:t>Slow switching</a:t>
            </a:r>
            <a:endParaRPr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Char char="●"/>
            </a:pPr>
            <a:r>
              <a:rPr lang="en">
                <a:solidFill>
                  <a:srgbClr val="595959"/>
                </a:solidFill>
              </a:rPr>
              <a:t>Duplicated parameters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“So the question is: can one model behave </a:t>
            </a:r>
            <a:r>
              <a:rPr i="1" lang="en">
                <a:solidFill>
                  <a:schemeClr val="dk1"/>
                </a:solidFill>
              </a:rPr>
              <a:t>flexibly</a:t>
            </a:r>
            <a:r>
              <a:rPr lang="en">
                <a:solidFill>
                  <a:schemeClr val="dk1"/>
                </a:solidFill>
              </a:rPr>
              <a:t> to meet different latency goals?”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b604f1c5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7b604f1c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“In cloud systems, elasticity refers to scaling resources up and down on demand.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Here, elasticity means the </a:t>
            </a:r>
            <a:r>
              <a:rPr i="1" lang="en">
                <a:solidFill>
                  <a:schemeClr val="dk1"/>
                </a:solidFill>
              </a:rPr>
              <a:t>model itself</a:t>
            </a:r>
            <a:r>
              <a:rPr lang="en">
                <a:solidFill>
                  <a:schemeClr val="dk1"/>
                </a:solidFill>
              </a:rPr>
              <a:t> can scale — not by loading multiple separate models, but by extracting </a:t>
            </a:r>
            <a:r>
              <a:rPr i="1" lang="en">
                <a:solidFill>
                  <a:schemeClr val="dk1"/>
                </a:solidFill>
              </a:rPr>
              <a:t>parts</a:t>
            </a:r>
            <a:r>
              <a:rPr lang="en">
                <a:solidFill>
                  <a:schemeClr val="dk1"/>
                </a:solidFill>
              </a:rPr>
              <a:t> of one model to match different latency targets.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”What makes this different from the cloud is that we can’t scale hardware on a smartphone. The CPU, memory, and battery are fixed.”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“So instead of scaling hardware, this paper proposes scaling </a:t>
            </a:r>
            <a:r>
              <a:rPr i="1" lang="en">
                <a:solidFill>
                  <a:schemeClr val="dk1"/>
                </a:solidFill>
              </a:rPr>
              <a:t>model capacity</a:t>
            </a:r>
            <a:r>
              <a:rPr lang="en">
                <a:solidFill>
                  <a:schemeClr val="dk1"/>
                </a:solidFill>
              </a:rPr>
              <a:t>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“In other words, we keep one large model in memory, but we don’t always use all of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(Gesturing)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“We can use a car </a:t>
            </a:r>
            <a:r>
              <a:rPr lang="en">
                <a:solidFill>
                  <a:schemeClr val="dk1"/>
                </a:solidFill>
              </a:rPr>
              <a:t>shifting</a:t>
            </a:r>
            <a:r>
              <a:rPr lang="en">
                <a:solidFill>
                  <a:schemeClr val="dk1"/>
                </a:solidFill>
              </a:rPr>
              <a:t> gear as an analogy for this, In first gear, you get quick acceleration but limited top speed.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higher gears, you get more power but you consume more energy. Just like a car shifts gears depending on whether you need speed or power, an elastic LLM shifts how much of the model it activates depending on latency constraints..”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7b604f1c5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7b604f1c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build on the last slide, “The core idea builds on transformer models having some redundancy.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system </a:t>
            </a:r>
            <a:r>
              <a:rPr i="1" lang="en">
                <a:solidFill>
                  <a:schemeClr val="dk1"/>
                </a:solidFill>
              </a:rPr>
              <a:t>reorders</a:t>
            </a:r>
            <a:r>
              <a:rPr lang="en">
                <a:solidFill>
                  <a:schemeClr val="dk1"/>
                </a:solidFill>
              </a:rPr>
              <a:t> neurons by importance once offline, and then </a:t>
            </a:r>
            <a:r>
              <a:rPr i="1" lang="en">
                <a:solidFill>
                  <a:schemeClr val="dk1"/>
                </a:solidFill>
              </a:rPr>
              <a:t>slices</a:t>
            </a:r>
            <a:r>
              <a:rPr lang="en">
                <a:solidFill>
                  <a:schemeClr val="dk1"/>
                </a:solidFill>
              </a:rPr>
              <a:t> this reordered structure to create smaller sub-models for faster execution.”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“When a request arrives with a strict latency target, the system uses a </a:t>
            </a:r>
            <a:r>
              <a:rPr i="1" lang="en">
                <a:solidFill>
                  <a:schemeClr val="dk1"/>
                </a:solidFill>
              </a:rPr>
              <a:t>smaller slice</a:t>
            </a:r>
            <a:r>
              <a:rPr lang="en">
                <a:solidFill>
                  <a:schemeClr val="dk1"/>
                </a:solidFill>
              </a:rPr>
              <a:t> — less compute, faster response.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If there’s more time, it uses larger slices.”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slicing doesn’t retrain the model every time — it’s more like </a:t>
            </a:r>
            <a:r>
              <a:rPr i="1" lang="en">
                <a:solidFill>
                  <a:schemeClr val="dk1"/>
                </a:solidFill>
              </a:rPr>
              <a:t>activating only part of the model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“Imagine the full model is 100% capacity.”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“If we reorder internal units by importance, we can treat the first 40% as the most critical part of the model.”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“So if a request needs to respond fast, we activate only that 40%.”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“If we have more time, we activate 70%.”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“If there’s no latency constraint, we use the full model.”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“This is fundamentally different from loading separate checkpoints.”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That’s how they preserve quality while respecting latency requirements.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7b604f1c5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7b604f1c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“But shrinking the model can sometimes reduce quality.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help with that, the paper introduces a tiny controller model with two heads: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one head scores token importance,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another head decides on the model/prompt mix.”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(Gesturing at diagram)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“So instead of just downsizing the model, the system pairs prompt strategies with model slices to </a:t>
            </a:r>
            <a:r>
              <a:rPr i="1" lang="en">
                <a:solidFill>
                  <a:schemeClr val="dk1"/>
                </a:solidFill>
              </a:rPr>
              <a:t>balance quality and speed</a:t>
            </a:r>
            <a:r>
              <a:rPr lang="en">
                <a:solidFill>
                  <a:schemeClr val="dk1"/>
                </a:solidFill>
              </a:rPr>
              <a:t>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tiny controller </a:t>
            </a:r>
            <a:r>
              <a:rPr lang="en">
                <a:solidFill>
                  <a:schemeClr val="dk1"/>
                </a:solidFill>
              </a:rPr>
              <a:t>coordinates</a:t>
            </a:r>
            <a:r>
              <a:rPr lang="en">
                <a:solidFill>
                  <a:schemeClr val="dk1"/>
                </a:solidFill>
              </a:rPr>
              <a:t>  how much of the prompt and how much of the model to use so the system meets latency targets without unnecessary quality loss.”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the </a:t>
            </a:r>
            <a:r>
              <a:rPr i="1" lang="en">
                <a:solidFill>
                  <a:schemeClr val="dk1"/>
                </a:solidFill>
              </a:rPr>
              <a:t>prompt elasticity</a:t>
            </a:r>
            <a:r>
              <a:rPr lang="en">
                <a:solidFill>
                  <a:schemeClr val="dk1"/>
                </a:solidFill>
              </a:rPr>
              <a:t> piece.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7b604f1c5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7b604f1c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“Imagine the user is typing a message on their phone. They expect auto-suggestions to appear almost instantly — any delay feels laggy.”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(Pause and point to typing image)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“Next, imagine the user interacting with a UI that reacts to AI prompts — for example, triggering a shortcut or editing text based on their commands. If the model is slow, the UI feels unresponsive.”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(Pause and gesture to smooth UI icon)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“And of course, this is a phone — battery life matters. We can’t run huge models constantly without draining the battery.”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(Pause and gesture to battery icon)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“Elastic serving gives us a way to flex: we can use small slices for fast, energy-efficient responses, bigger slices when quality matters more, </a:t>
            </a:r>
            <a:r>
              <a:rPr i="1" lang="en">
                <a:solidFill>
                  <a:schemeClr val="dk1"/>
                </a:solidFill>
              </a:rPr>
              <a:t>all without downloading or storing separate copies of the model.</a:t>
            </a:r>
            <a:r>
              <a:rPr lang="en">
                <a:solidFill>
                  <a:schemeClr val="dk1"/>
                </a:solidFill>
              </a:rPr>
              <a:t>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However it is not perfect which brings me to th3e tradeoffs (next </a:t>
            </a:r>
            <a:r>
              <a:rPr lang="en"/>
              <a:t>slide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7b604f1c5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7b604f1c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“However, elasticity isn’t magic.”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“First, smaller slices do lose some accuracy. If you activate only 40% of the model, you simply have fewer parameters contributing to reasoning.”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“Second, the system becomes more complex. Instead of just running a model, we now have orchestration logic — a controller that decides prompt size and model size.”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“Third, there’s an offline preprocessing cost. The reordering and recovery steps require computation before deployment.”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“And finally, we’re still bounded by the phone’s hardware. Even elastic models can’t exceed the CPU or GPU limits.”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“But compared to static models, this adaptive approach gives better overall compliance with latency targets.”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7b604f1c5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7b604f1c5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paper shows that under strict latency constraints — where a static model would either be too slow or too aggressively pruned — ElasticLM achieves up to roughly 10 to 15 percent higher accuracy compared to strong baselines.”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“What’s important here is that this improvement happens specifically under tight latency conditions.”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“In other words, when the system is forced to shrink capacity, elasticity degrades more gracefully.”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(Pause.)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“That’s because the model slices are constructed intentionally — the most important units are preserved — instead of randomly pruning.”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“They also show that switching between model sizes has minimal runtime overhead, which is critical for mobile deployment.”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“So empirically, elasticity gives better accuracy while still respecting latency goals — which is exactly what on-device systems need.”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7b604f1c5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7b604f1c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in summary: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Elastic Serving</a:t>
            </a:r>
            <a:r>
              <a:rPr lang="en">
                <a:solidFill>
                  <a:schemeClr val="dk1"/>
                </a:solidFill>
              </a:rPr>
              <a:t> lets one on-device model behave like </a:t>
            </a:r>
            <a:r>
              <a:rPr i="1" lang="en">
                <a:solidFill>
                  <a:schemeClr val="dk1"/>
                </a:solidFill>
              </a:rPr>
              <a:t>multiple effective capacity models</a:t>
            </a:r>
            <a:r>
              <a:rPr lang="en">
                <a:solidFill>
                  <a:schemeClr val="dk1"/>
                </a:solidFill>
              </a:rPr>
              <a:t>, tuned to the latency and quality expectations of different tasks.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lets us respect user needs while staying practical for constrained phones.”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7b604f1c5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7b604f1c5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On-Device LLM Service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Carter Mason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CIS 4930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on: Wangsong Yin1 , Rongjie Yi2 , Daliang Xu2 , Gang Huang1 , Mengwei Xu2,3#, Xuanzhe Liu1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On-Device LLMs Matter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Privacy: no cloud transmission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Lower network latency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Shared OS-level LLM service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constrained by memory, energy, compute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26" y="2737426"/>
            <a:ext cx="4277448" cy="240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4725" y="2774975"/>
            <a:ext cx="4143949" cy="233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SLO?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68950"/>
            <a:ext cx="8520600" cy="15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 Service-Level Objective (SLO) defines latency targets a request must meet.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TTFT - Time To First Token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TPOT - Time Per Output Token </a:t>
            </a: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427100" y="306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{413660A1-8C9C-41C4-B853-5164AFA75937}</a:tableStyleId>
              </a:tblPr>
              <a:tblGrid>
                <a:gridCol w="2416075"/>
                <a:gridCol w="2416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App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Latency Need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Chatbot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 TTFT +TPOT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UI Agent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 TTFT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Background Task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Flexible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1" name="Google Shape;71;p15" title="image_b02a2f9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900" y="1784550"/>
            <a:ext cx="3002875" cy="30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Diversified SLOs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7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Different apps → different latency requirements</a:t>
            </a:r>
            <a:endParaRPr b="1"/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{413660A1-8C9C-41C4-B853-5164AFA75937}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Latency Need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Chatbot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 TTFT + TPOT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UI Agent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Low TTFT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Background Task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Flexible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Problem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One static model creates a rigid trade-off:</a:t>
            </a:r>
            <a:endParaRPr b="1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large -&gt; slow, drains battery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small -&gt; fast, but low quality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Why not use Multiple models?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 much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Slow switching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Duplicated 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Can one model adapt per request?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Elasticity Mean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scales up/down per request.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Analogy: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Car gears or CPU frequency scaling.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97252"/>
            <a:ext cx="9144003" cy="2254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Elasticity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idea: rearrange internal units once offline so smaller high-quality sub-models can be extracted instantly.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Reorder neurons by importance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Slice model without data movement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Zero-cost switching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Elasticity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t</a:t>
            </a:r>
            <a:r>
              <a:rPr lang="en"/>
              <a:t>iny controller model decides: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tokens to keep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much of the model to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Chooses model size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Matters on Phones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Meets latency goals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Saves energy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UX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3006975"/>
            <a:ext cx="2792602" cy="18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1800" y="3006975"/>
            <a:ext cx="2480400" cy="18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9699" y="3141600"/>
            <a:ext cx="2888749" cy="15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Slight accuracy degradation at smaller slices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Added orchestration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Offline preprocessing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bounded by device hardware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75" y="2660775"/>
            <a:ext cx="2157051" cy="215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000" y="257175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0275" y="2571753"/>
            <a:ext cx="2702166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Summary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Improves accuracy under strict latency constraints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 to ~10–15% higher accuracy than static baselines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Meets diverse SLOs more reliably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Minimal switching overhead on device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Conclusion/Takeaways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</a:t>
            </a:r>
            <a:r>
              <a:rPr lang="en"/>
              <a:t>lasticity makes one LLM behave like many, tuned to latency constraints.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You, Questions!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