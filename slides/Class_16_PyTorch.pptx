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6"/>
  </p:notesMasterIdLst>
  <p:sldIdLst>
    <p:sldId id="256" r:id="rId2"/>
    <p:sldId id="257" r:id="rId3"/>
    <p:sldId id="258" r:id="rId4"/>
    <p:sldId id="265" r:id="rId5"/>
    <p:sldId id="266" r:id="rId6"/>
    <p:sldId id="268" r:id="rId7"/>
    <p:sldId id="269" r:id="rId8"/>
    <p:sldId id="297" r:id="rId9"/>
    <p:sldId id="259" r:id="rId10"/>
    <p:sldId id="267" r:id="rId11"/>
    <p:sldId id="270" r:id="rId12"/>
    <p:sldId id="271" r:id="rId13"/>
    <p:sldId id="272" r:id="rId14"/>
    <p:sldId id="273" r:id="rId15"/>
    <p:sldId id="274" r:id="rId16"/>
    <p:sldId id="275" r:id="rId17"/>
    <p:sldId id="277" r:id="rId18"/>
    <p:sldId id="276" r:id="rId19"/>
    <p:sldId id="260" r:id="rId20"/>
    <p:sldId id="278" r:id="rId21"/>
    <p:sldId id="280" r:id="rId22"/>
    <p:sldId id="281" r:id="rId23"/>
    <p:sldId id="283" r:id="rId24"/>
    <p:sldId id="285" r:id="rId25"/>
    <p:sldId id="290" r:id="rId26"/>
    <p:sldId id="286" r:id="rId27"/>
    <p:sldId id="287" r:id="rId28"/>
    <p:sldId id="288" r:id="rId29"/>
    <p:sldId id="289" r:id="rId30"/>
    <p:sldId id="291" r:id="rId31"/>
    <p:sldId id="293" r:id="rId32"/>
    <p:sldId id="292" r:id="rId33"/>
    <p:sldId id="261" r:id="rId34"/>
    <p:sldId id="26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2F40"/>
    <a:srgbClr val="5729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02"/>
  </p:normalViewPr>
  <p:slideViewPr>
    <p:cSldViewPr snapToGrid="0">
      <p:cViewPr varScale="1">
        <p:scale>
          <a:sx n="115" d="100"/>
          <a:sy n="115" d="100"/>
        </p:scale>
        <p:origin x="7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glo S" userId="b90a62515e0f8a67" providerId="LiveId" clId="{66523EC2-CAA1-47CB-9BFC-419183B0E21A}"/>
    <pc:docChg chg="modSld">
      <pc:chgData name="Raglo S" userId="b90a62515e0f8a67" providerId="LiveId" clId="{66523EC2-CAA1-47CB-9BFC-419183B0E21A}" dt="2026-01-21T21:31:47.262" v="0" actId="20577"/>
      <pc:docMkLst>
        <pc:docMk/>
      </pc:docMkLst>
      <pc:sldChg chg="modSp mod">
        <pc:chgData name="Raglo S" userId="b90a62515e0f8a67" providerId="LiveId" clId="{66523EC2-CAA1-47CB-9BFC-419183B0E21A}" dt="2026-01-21T21:31:47.262" v="0" actId="20577"/>
        <pc:sldMkLst>
          <pc:docMk/>
          <pc:sldMk cId="3755144080" sldId="266"/>
        </pc:sldMkLst>
        <pc:spChg chg="mod">
          <ac:chgData name="Raglo S" userId="b90a62515e0f8a67" providerId="LiveId" clId="{66523EC2-CAA1-47CB-9BFC-419183B0E21A}" dt="2026-01-21T21:31:47.262" v="0" actId="20577"/>
          <ac:spMkLst>
            <pc:docMk/>
            <pc:sldMk cId="3755144080" sldId="266"/>
            <ac:spMk id="12" creationId="{09D00279-A5DD-763C-3F4B-18C9D8AE5E4E}"/>
          </ac:spMkLst>
        </pc:spChg>
      </pc:sldChg>
    </pc:docChg>
  </pc:docChgLst>
  <pc:docChgLst>
    <pc:chgData name="Raglo S" userId="b90a62515e0f8a67" providerId="LiveId" clId="{D75413AA-BDE9-404E-91FF-9A070E36E98C}"/>
    <pc:docChg chg="undo custSel addSld delSld modSld">
      <pc:chgData name="Raglo S" userId="b90a62515e0f8a67" providerId="LiveId" clId="{D75413AA-BDE9-404E-91FF-9A070E36E98C}" dt="2026-01-19T02:19:18.138" v="383" actId="47"/>
      <pc:docMkLst>
        <pc:docMk/>
      </pc:docMkLst>
      <pc:sldChg chg="modSp mod">
        <pc:chgData name="Raglo S" userId="b90a62515e0f8a67" providerId="LiveId" clId="{D75413AA-BDE9-404E-91FF-9A070E36E98C}" dt="2026-01-18T21:58:27.570" v="379" actId="20577"/>
        <pc:sldMkLst>
          <pc:docMk/>
          <pc:sldMk cId="2604660362" sldId="256"/>
        </pc:sldMkLst>
        <pc:spChg chg="mod">
          <ac:chgData name="Raglo S" userId="b90a62515e0f8a67" providerId="LiveId" clId="{D75413AA-BDE9-404E-91FF-9A070E36E98C}" dt="2026-01-18T21:58:27.570" v="379" actId="20577"/>
          <ac:spMkLst>
            <pc:docMk/>
            <pc:sldMk cId="2604660362" sldId="256"/>
            <ac:spMk id="3" creationId="{4115F2A2-3AA3-93BC-39DD-820B2D5662F1}"/>
          </ac:spMkLst>
        </pc:spChg>
      </pc:sldChg>
      <pc:sldChg chg="modSp">
        <pc:chgData name="Raglo S" userId="b90a62515e0f8a67" providerId="LiveId" clId="{D75413AA-BDE9-404E-91FF-9A070E36E98C}" dt="2026-01-19T02:15:04.230" v="380"/>
        <pc:sldMkLst>
          <pc:docMk/>
          <pc:sldMk cId="2535760530" sldId="257"/>
        </pc:sldMkLst>
        <pc:spChg chg="mod">
          <ac:chgData name="Raglo S" userId="b90a62515e0f8a67" providerId="LiveId" clId="{D75413AA-BDE9-404E-91FF-9A070E36E98C}" dt="2026-01-19T02:15:04.230" v="380"/>
          <ac:spMkLst>
            <pc:docMk/>
            <pc:sldMk cId="2535760530" sldId="257"/>
            <ac:spMk id="2" creationId="{43C784BD-E891-8F83-848D-B3163274FFB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D7BDE1-58CF-4F23-A775-A4D878033503}" type="doc">
      <dgm:prSet loTypeId="urn:microsoft.com/office/officeart/2005/8/layout/chevron1" loCatId="process" qsTypeId="urn:microsoft.com/office/officeart/2005/8/quickstyle/simple1" qsCatId="simple" csTypeId="urn:microsoft.com/office/officeart/2005/8/colors/colorful2" csCatId="colorful" phldr="1"/>
      <dgm:spPr/>
    </dgm:pt>
    <dgm:pt modelId="{94D491A3-A342-4E97-AB7B-45374A38F679}">
      <dgm:prSet phldrT="[Text]" phldr="0"/>
      <dgm:spPr/>
      <dgm:t>
        <a:bodyPr/>
        <a:lstStyle/>
        <a:p>
          <a:pPr rtl="0"/>
          <a:r>
            <a:rPr lang="en-US" dirty="0">
              <a:latin typeface="Open Sans SemiBold"/>
            </a:rPr>
            <a:t>Pre-process data</a:t>
          </a:r>
          <a:endParaRPr lang="en-US" dirty="0"/>
        </a:p>
      </dgm:t>
    </dgm:pt>
    <dgm:pt modelId="{5CC361DF-EADD-4107-9B31-856E2DE21E38}" type="parTrans" cxnId="{403401D2-E408-49EB-A003-5DF8F022187E}">
      <dgm:prSet/>
      <dgm:spPr/>
    </dgm:pt>
    <dgm:pt modelId="{653DC788-2E95-4942-BB9C-4DC9FE652CD5}" type="sibTrans" cxnId="{403401D2-E408-49EB-A003-5DF8F022187E}">
      <dgm:prSet/>
      <dgm:spPr/>
      <dgm:t>
        <a:bodyPr/>
        <a:lstStyle/>
        <a:p>
          <a:endParaRPr lang="en-US"/>
        </a:p>
      </dgm:t>
    </dgm:pt>
    <dgm:pt modelId="{6C816680-C3E5-4E61-8E6A-236F01BC7F3E}">
      <dgm:prSet phldrT="[Text]" phldr="0"/>
      <dgm:spPr/>
      <dgm:t>
        <a:bodyPr/>
        <a:lstStyle/>
        <a:p>
          <a:pPr rtl="0"/>
          <a:r>
            <a:rPr lang="en-US" dirty="0">
              <a:latin typeface="Open Sans SemiBold"/>
            </a:rPr>
            <a:t>Define network</a:t>
          </a:r>
          <a:endParaRPr lang="en-US" dirty="0"/>
        </a:p>
      </dgm:t>
    </dgm:pt>
    <dgm:pt modelId="{3745AE2C-7CC8-41B8-B9DA-6D1A4AE99A88}" type="parTrans" cxnId="{33BC2A2C-B55A-440E-B45B-D4FAF1E5F270}">
      <dgm:prSet/>
      <dgm:spPr/>
    </dgm:pt>
    <dgm:pt modelId="{ECF73052-AADC-46B1-9FC9-7CEB98C4BB2C}" type="sibTrans" cxnId="{33BC2A2C-B55A-440E-B45B-D4FAF1E5F270}">
      <dgm:prSet/>
      <dgm:spPr/>
      <dgm:t>
        <a:bodyPr/>
        <a:lstStyle/>
        <a:p>
          <a:endParaRPr lang="en-US"/>
        </a:p>
      </dgm:t>
    </dgm:pt>
    <dgm:pt modelId="{47376DD6-802F-4BB5-8C9D-BCE74AE1978C}">
      <dgm:prSet phldrT="[Text]" phldr="0"/>
      <dgm:spPr/>
      <dgm:t>
        <a:bodyPr/>
        <a:lstStyle/>
        <a:p>
          <a:pPr rtl="0"/>
          <a:r>
            <a:rPr lang="en-US" dirty="0">
              <a:latin typeface="Open Sans SemiBold"/>
            </a:rPr>
            <a:t> Define loss function</a:t>
          </a:r>
          <a:endParaRPr lang="en-US" dirty="0"/>
        </a:p>
      </dgm:t>
    </dgm:pt>
    <dgm:pt modelId="{845C7DA5-1B9C-4703-8097-60DB8C1B73F3}" type="parTrans" cxnId="{A01780D8-CFEC-4506-A270-6A45CD5B0720}">
      <dgm:prSet/>
      <dgm:spPr/>
    </dgm:pt>
    <dgm:pt modelId="{B422843B-8933-42BA-8C0C-BFECFB3A098A}" type="sibTrans" cxnId="{A01780D8-CFEC-4506-A270-6A45CD5B0720}">
      <dgm:prSet/>
      <dgm:spPr/>
      <dgm:t>
        <a:bodyPr/>
        <a:lstStyle/>
        <a:p>
          <a:endParaRPr lang="en-US"/>
        </a:p>
      </dgm:t>
    </dgm:pt>
    <dgm:pt modelId="{A4DDCA11-1EE5-453A-8C93-CC441975963E}">
      <dgm:prSet phldr="0"/>
      <dgm:spPr/>
      <dgm:t>
        <a:bodyPr/>
        <a:lstStyle/>
        <a:p>
          <a:pPr rtl="0"/>
          <a:r>
            <a:rPr lang="en-US" dirty="0">
              <a:latin typeface="Open Sans SemiBold"/>
            </a:rPr>
            <a:t> Define optimizer </a:t>
          </a:r>
        </a:p>
      </dgm:t>
    </dgm:pt>
    <dgm:pt modelId="{CCF704E1-5723-444F-B1C7-B44F468A0CD1}" type="parTrans" cxnId="{6B20EB70-3F61-4A6C-A542-90E995F9E163}">
      <dgm:prSet/>
      <dgm:spPr/>
    </dgm:pt>
    <dgm:pt modelId="{E8161659-9467-4F7D-8210-0636EFB6576B}" type="sibTrans" cxnId="{6B20EB70-3F61-4A6C-A542-90E995F9E163}">
      <dgm:prSet/>
      <dgm:spPr/>
      <dgm:t>
        <a:bodyPr/>
        <a:lstStyle/>
        <a:p>
          <a:endParaRPr lang="en-US"/>
        </a:p>
      </dgm:t>
    </dgm:pt>
    <dgm:pt modelId="{77E20074-493F-4F9E-BF2D-A80B219C5DE4}">
      <dgm:prSet phldr="0"/>
      <dgm:spPr/>
      <dgm:t>
        <a:bodyPr/>
        <a:lstStyle/>
        <a:p>
          <a:pPr rtl="0"/>
          <a:r>
            <a:rPr lang="en-US" dirty="0">
              <a:latin typeface="Open Sans SemiBold"/>
            </a:rPr>
            <a:t> Training model</a:t>
          </a:r>
        </a:p>
      </dgm:t>
    </dgm:pt>
    <dgm:pt modelId="{FACD4B1A-EADE-429B-919E-A59DF918931F}" type="parTrans" cxnId="{A64755CA-26F5-4B93-9B27-028124EC2D53}">
      <dgm:prSet/>
      <dgm:spPr/>
    </dgm:pt>
    <dgm:pt modelId="{91CED7B6-48E4-463E-B6E2-4D6D2D5C66E4}" type="sibTrans" cxnId="{A64755CA-26F5-4B93-9B27-028124EC2D53}">
      <dgm:prSet/>
      <dgm:spPr/>
      <dgm:t>
        <a:bodyPr/>
        <a:lstStyle/>
        <a:p>
          <a:endParaRPr lang="en-US"/>
        </a:p>
      </dgm:t>
    </dgm:pt>
    <dgm:pt modelId="{D8935579-0307-4C67-9819-661756B54B38}">
      <dgm:prSet phldr="0"/>
      <dgm:spPr/>
      <dgm:t>
        <a:bodyPr/>
        <a:lstStyle/>
        <a:p>
          <a:pPr rtl="0"/>
          <a:r>
            <a:rPr lang="en-US" dirty="0">
              <a:latin typeface="Open Sans SemiBold"/>
            </a:rPr>
            <a:t> Validation and Testing</a:t>
          </a:r>
        </a:p>
      </dgm:t>
    </dgm:pt>
    <dgm:pt modelId="{9AB14174-CDBF-4516-B8DA-63E14154EA49}" type="parTrans" cxnId="{6A16E6D0-7D73-461A-A8C3-F8A8CDC41AA8}">
      <dgm:prSet/>
      <dgm:spPr/>
    </dgm:pt>
    <dgm:pt modelId="{74D7A4A3-2104-42BD-9B84-1206FFA7DC4D}" type="sibTrans" cxnId="{6A16E6D0-7D73-461A-A8C3-F8A8CDC41AA8}">
      <dgm:prSet/>
      <dgm:spPr/>
    </dgm:pt>
    <dgm:pt modelId="{2BFC0320-4A01-40E7-B7D1-E503F1BEE508}" type="pres">
      <dgm:prSet presAssocID="{DFD7BDE1-58CF-4F23-A775-A4D878033503}" presName="Name0" presStyleCnt="0">
        <dgm:presLayoutVars>
          <dgm:dir/>
          <dgm:animLvl val="lvl"/>
          <dgm:resizeHandles val="exact"/>
        </dgm:presLayoutVars>
      </dgm:prSet>
      <dgm:spPr/>
    </dgm:pt>
    <dgm:pt modelId="{12D495AB-0663-4A48-9746-C879D9BDE8DC}" type="pres">
      <dgm:prSet presAssocID="{94D491A3-A342-4E97-AB7B-45374A38F679}" presName="parTxOnly" presStyleLbl="node1" presStyleIdx="0" presStyleCnt="6">
        <dgm:presLayoutVars>
          <dgm:chMax val="0"/>
          <dgm:chPref val="0"/>
          <dgm:bulletEnabled val="1"/>
        </dgm:presLayoutVars>
      </dgm:prSet>
      <dgm:spPr/>
    </dgm:pt>
    <dgm:pt modelId="{B7EAD49F-AE9F-4307-8585-BF643ED1E7F5}" type="pres">
      <dgm:prSet presAssocID="{653DC788-2E95-4942-BB9C-4DC9FE652CD5}" presName="parTxOnlySpace" presStyleCnt="0"/>
      <dgm:spPr/>
    </dgm:pt>
    <dgm:pt modelId="{41CD7CBD-95F3-4A49-B52F-8AA83BF02E9C}" type="pres">
      <dgm:prSet presAssocID="{6C816680-C3E5-4E61-8E6A-236F01BC7F3E}" presName="parTxOnly" presStyleLbl="node1" presStyleIdx="1" presStyleCnt="6">
        <dgm:presLayoutVars>
          <dgm:chMax val="0"/>
          <dgm:chPref val="0"/>
          <dgm:bulletEnabled val="1"/>
        </dgm:presLayoutVars>
      </dgm:prSet>
      <dgm:spPr/>
    </dgm:pt>
    <dgm:pt modelId="{0ABE283D-AC0F-4DA3-87C2-D9772BEEF082}" type="pres">
      <dgm:prSet presAssocID="{ECF73052-AADC-46B1-9FC9-7CEB98C4BB2C}" presName="parTxOnlySpace" presStyleCnt="0"/>
      <dgm:spPr/>
    </dgm:pt>
    <dgm:pt modelId="{1688799B-E93E-4217-B578-92ABE3C4631F}" type="pres">
      <dgm:prSet presAssocID="{47376DD6-802F-4BB5-8C9D-BCE74AE1978C}" presName="parTxOnly" presStyleLbl="node1" presStyleIdx="2" presStyleCnt="6">
        <dgm:presLayoutVars>
          <dgm:chMax val="0"/>
          <dgm:chPref val="0"/>
          <dgm:bulletEnabled val="1"/>
        </dgm:presLayoutVars>
      </dgm:prSet>
      <dgm:spPr/>
    </dgm:pt>
    <dgm:pt modelId="{4141DADB-01ED-4C22-8C9D-835A119EE5F2}" type="pres">
      <dgm:prSet presAssocID="{B422843B-8933-42BA-8C0C-BFECFB3A098A}" presName="parTxOnlySpace" presStyleCnt="0"/>
      <dgm:spPr/>
    </dgm:pt>
    <dgm:pt modelId="{103B5B97-F765-4B2A-A801-AF24C48F75B6}" type="pres">
      <dgm:prSet presAssocID="{A4DDCA11-1EE5-453A-8C93-CC441975963E}" presName="parTxOnly" presStyleLbl="node1" presStyleIdx="3" presStyleCnt="6">
        <dgm:presLayoutVars>
          <dgm:chMax val="0"/>
          <dgm:chPref val="0"/>
          <dgm:bulletEnabled val="1"/>
        </dgm:presLayoutVars>
      </dgm:prSet>
      <dgm:spPr/>
    </dgm:pt>
    <dgm:pt modelId="{C3DA83EF-44D8-4390-94C8-99E2026E4DB7}" type="pres">
      <dgm:prSet presAssocID="{E8161659-9467-4F7D-8210-0636EFB6576B}" presName="parTxOnlySpace" presStyleCnt="0"/>
      <dgm:spPr/>
    </dgm:pt>
    <dgm:pt modelId="{D5152314-2E45-4012-B9C4-DAE0A5C78CA9}" type="pres">
      <dgm:prSet presAssocID="{77E20074-493F-4F9E-BF2D-A80B219C5DE4}" presName="parTxOnly" presStyleLbl="node1" presStyleIdx="4" presStyleCnt="6">
        <dgm:presLayoutVars>
          <dgm:chMax val="0"/>
          <dgm:chPref val="0"/>
          <dgm:bulletEnabled val="1"/>
        </dgm:presLayoutVars>
      </dgm:prSet>
      <dgm:spPr/>
    </dgm:pt>
    <dgm:pt modelId="{0EA5E573-F897-45F5-AB52-FE1271D698C5}" type="pres">
      <dgm:prSet presAssocID="{91CED7B6-48E4-463E-B6E2-4D6D2D5C66E4}" presName="parTxOnlySpace" presStyleCnt="0"/>
      <dgm:spPr/>
    </dgm:pt>
    <dgm:pt modelId="{B002CD02-85D3-4743-8BBD-C98FC49A7F30}" type="pres">
      <dgm:prSet presAssocID="{D8935579-0307-4C67-9819-661756B54B38}" presName="parTxOnly" presStyleLbl="node1" presStyleIdx="5" presStyleCnt="6">
        <dgm:presLayoutVars>
          <dgm:chMax val="0"/>
          <dgm:chPref val="0"/>
          <dgm:bulletEnabled val="1"/>
        </dgm:presLayoutVars>
      </dgm:prSet>
      <dgm:spPr/>
    </dgm:pt>
  </dgm:ptLst>
  <dgm:cxnLst>
    <dgm:cxn modelId="{33BC2A2C-B55A-440E-B45B-D4FAF1E5F270}" srcId="{DFD7BDE1-58CF-4F23-A775-A4D878033503}" destId="{6C816680-C3E5-4E61-8E6A-236F01BC7F3E}" srcOrd="1" destOrd="0" parTransId="{3745AE2C-7CC8-41B8-B9DA-6D1A4AE99A88}" sibTransId="{ECF73052-AADC-46B1-9FC9-7CEB98C4BB2C}"/>
    <dgm:cxn modelId="{4E45146F-9BA2-4271-A4E9-758EA6242F86}" type="presOf" srcId="{A4DDCA11-1EE5-453A-8C93-CC441975963E}" destId="{103B5B97-F765-4B2A-A801-AF24C48F75B6}" srcOrd="0" destOrd="0" presId="urn:microsoft.com/office/officeart/2005/8/layout/chevron1"/>
    <dgm:cxn modelId="{6B20EB70-3F61-4A6C-A542-90E995F9E163}" srcId="{DFD7BDE1-58CF-4F23-A775-A4D878033503}" destId="{A4DDCA11-1EE5-453A-8C93-CC441975963E}" srcOrd="3" destOrd="0" parTransId="{CCF704E1-5723-444F-B1C7-B44F468A0CD1}" sibTransId="{E8161659-9467-4F7D-8210-0636EFB6576B}"/>
    <dgm:cxn modelId="{7E865152-83D2-420E-860D-F5190663AA2F}" type="presOf" srcId="{47376DD6-802F-4BB5-8C9D-BCE74AE1978C}" destId="{1688799B-E93E-4217-B578-92ABE3C4631F}" srcOrd="0" destOrd="0" presId="urn:microsoft.com/office/officeart/2005/8/layout/chevron1"/>
    <dgm:cxn modelId="{1252F876-C89C-4D05-9CB4-18E5E7CF639A}" type="presOf" srcId="{6C816680-C3E5-4E61-8E6A-236F01BC7F3E}" destId="{41CD7CBD-95F3-4A49-B52F-8AA83BF02E9C}" srcOrd="0" destOrd="0" presId="urn:microsoft.com/office/officeart/2005/8/layout/chevron1"/>
    <dgm:cxn modelId="{A26BFF7D-0A1F-4CF5-87BC-2423AB4232B6}" type="presOf" srcId="{94D491A3-A342-4E97-AB7B-45374A38F679}" destId="{12D495AB-0663-4A48-9746-C879D9BDE8DC}" srcOrd="0" destOrd="0" presId="urn:microsoft.com/office/officeart/2005/8/layout/chevron1"/>
    <dgm:cxn modelId="{2FB98D7F-4BDD-4D36-9B8A-49E27C184EEB}" type="presOf" srcId="{DFD7BDE1-58CF-4F23-A775-A4D878033503}" destId="{2BFC0320-4A01-40E7-B7D1-E503F1BEE508}" srcOrd="0" destOrd="0" presId="urn:microsoft.com/office/officeart/2005/8/layout/chevron1"/>
    <dgm:cxn modelId="{A64755CA-26F5-4B93-9B27-028124EC2D53}" srcId="{DFD7BDE1-58CF-4F23-A775-A4D878033503}" destId="{77E20074-493F-4F9E-BF2D-A80B219C5DE4}" srcOrd="4" destOrd="0" parTransId="{FACD4B1A-EADE-429B-919E-A59DF918931F}" sibTransId="{91CED7B6-48E4-463E-B6E2-4D6D2D5C66E4}"/>
    <dgm:cxn modelId="{6A16E6D0-7D73-461A-A8C3-F8A8CDC41AA8}" srcId="{DFD7BDE1-58CF-4F23-A775-A4D878033503}" destId="{D8935579-0307-4C67-9819-661756B54B38}" srcOrd="5" destOrd="0" parTransId="{9AB14174-CDBF-4516-B8DA-63E14154EA49}" sibTransId="{74D7A4A3-2104-42BD-9B84-1206FFA7DC4D}"/>
    <dgm:cxn modelId="{403401D2-E408-49EB-A003-5DF8F022187E}" srcId="{DFD7BDE1-58CF-4F23-A775-A4D878033503}" destId="{94D491A3-A342-4E97-AB7B-45374A38F679}" srcOrd="0" destOrd="0" parTransId="{5CC361DF-EADD-4107-9B31-856E2DE21E38}" sibTransId="{653DC788-2E95-4942-BB9C-4DC9FE652CD5}"/>
    <dgm:cxn modelId="{A01780D8-CFEC-4506-A270-6A45CD5B0720}" srcId="{DFD7BDE1-58CF-4F23-A775-A4D878033503}" destId="{47376DD6-802F-4BB5-8C9D-BCE74AE1978C}" srcOrd="2" destOrd="0" parTransId="{845C7DA5-1B9C-4703-8097-60DB8C1B73F3}" sibTransId="{B422843B-8933-42BA-8C0C-BFECFB3A098A}"/>
    <dgm:cxn modelId="{E4B9D5D9-3CEC-4D32-AE6D-773F67E69BFB}" type="presOf" srcId="{77E20074-493F-4F9E-BF2D-A80B219C5DE4}" destId="{D5152314-2E45-4012-B9C4-DAE0A5C78CA9}" srcOrd="0" destOrd="0" presId="urn:microsoft.com/office/officeart/2005/8/layout/chevron1"/>
    <dgm:cxn modelId="{39DEDEF1-3CA4-4EED-92B3-3C547A761F36}" type="presOf" srcId="{D8935579-0307-4C67-9819-661756B54B38}" destId="{B002CD02-85D3-4743-8BBD-C98FC49A7F30}" srcOrd="0" destOrd="0" presId="urn:microsoft.com/office/officeart/2005/8/layout/chevron1"/>
    <dgm:cxn modelId="{729B92DA-6A45-421F-8022-E4EE0AA27A31}" type="presParOf" srcId="{2BFC0320-4A01-40E7-B7D1-E503F1BEE508}" destId="{12D495AB-0663-4A48-9746-C879D9BDE8DC}" srcOrd="0" destOrd="0" presId="urn:microsoft.com/office/officeart/2005/8/layout/chevron1"/>
    <dgm:cxn modelId="{386A12C3-92CE-48B6-8BDA-3E4BB9DC6426}" type="presParOf" srcId="{2BFC0320-4A01-40E7-B7D1-E503F1BEE508}" destId="{B7EAD49F-AE9F-4307-8585-BF643ED1E7F5}" srcOrd="1" destOrd="0" presId="urn:microsoft.com/office/officeart/2005/8/layout/chevron1"/>
    <dgm:cxn modelId="{6ECBC8E4-9C3E-4913-AF25-DEE759571EDA}" type="presParOf" srcId="{2BFC0320-4A01-40E7-B7D1-E503F1BEE508}" destId="{41CD7CBD-95F3-4A49-B52F-8AA83BF02E9C}" srcOrd="2" destOrd="0" presId="urn:microsoft.com/office/officeart/2005/8/layout/chevron1"/>
    <dgm:cxn modelId="{C7757791-9272-4C30-B812-D7248298F9B6}" type="presParOf" srcId="{2BFC0320-4A01-40E7-B7D1-E503F1BEE508}" destId="{0ABE283D-AC0F-4DA3-87C2-D9772BEEF082}" srcOrd="3" destOrd="0" presId="urn:microsoft.com/office/officeart/2005/8/layout/chevron1"/>
    <dgm:cxn modelId="{7487369A-9318-4B52-8647-F8D938E6F3F6}" type="presParOf" srcId="{2BFC0320-4A01-40E7-B7D1-E503F1BEE508}" destId="{1688799B-E93E-4217-B578-92ABE3C4631F}" srcOrd="4" destOrd="0" presId="urn:microsoft.com/office/officeart/2005/8/layout/chevron1"/>
    <dgm:cxn modelId="{4A77FFB8-0313-4FC1-9C54-D432814D0949}" type="presParOf" srcId="{2BFC0320-4A01-40E7-B7D1-E503F1BEE508}" destId="{4141DADB-01ED-4C22-8C9D-835A119EE5F2}" srcOrd="5" destOrd="0" presId="urn:microsoft.com/office/officeart/2005/8/layout/chevron1"/>
    <dgm:cxn modelId="{C76A252F-FCB4-4FA5-9F36-783201D9F6AA}" type="presParOf" srcId="{2BFC0320-4A01-40E7-B7D1-E503F1BEE508}" destId="{103B5B97-F765-4B2A-A801-AF24C48F75B6}" srcOrd="6" destOrd="0" presId="urn:microsoft.com/office/officeart/2005/8/layout/chevron1"/>
    <dgm:cxn modelId="{399D84A3-C01D-4D3D-92CA-86C48B07E910}" type="presParOf" srcId="{2BFC0320-4A01-40E7-B7D1-E503F1BEE508}" destId="{C3DA83EF-44D8-4390-94C8-99E2026E4DB7}" srcOrd="7" destOrd="0" presId="urn:microsoft.com/office/officeart/2005/8/layout/chevron1"/>
    <dgm:cxn modelId="{2F413CCA-C578-46F5-90D3-FEAEE5BD75DA}" type="presParOf" srcId="{2BFC0320-4A01-40E7-B7D1-E503F1BEE508}" destId="{D5152314-2E45-4012-B9C4-DAE0A5C78CA9}" srcOrd="8" destOrd="0" presId="urn:microsoft.com/office/officeart/2005/8/layout/chevron1"/>
    <dgm:cxn modelId="{C6DBA3D1-1EE3-4432-8ED8-16DCC041C38C}" type="presParOf" srcId="{2BFC0320-4A01-40E7-B7D1-E503F1BEE508}" destId="{0EA5E573-F897-45F5-AB52-FE1271D698C5}" srcOrd="9" destOrd="0" presId="urn:microsoft.com/office/officeart/2005/8/layout/chevron1"/>
    <dgm:cxn modelId="{365728C3-12B7-4D27-A9AB-48297F708C17}" type="presParOf" srcId="{2BFC0320-4A01-40E7-B7D1-E503F1BEE508}" destId="{B002CD02-85D3-4743-8BBD-C98FC49A7F30}"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D7BDE1-58CF-4F23-A775-A4D878033503}" type="doc">
      <dgm:prSet loTypeId="urn:microsoft.com/office/officeart/2005/8/layout/chevron1" loCatId="process" qsTypeId="urn:microsoft.com/office/officeart/2005/8/quickstyle/simple1" qsCatId="simple" csTypeId="urn:microsoft.com/office/officeart/2005/8/colors/colorful2" csCatId="colorful" phldr="1"/>
      <dgm:spPr/>
    </dgm:pt>
    <dgm:pt modelId="{94D491A3-A342-4E97-AB7B-45374A38F679}">
      <dgm:prSet phldrT="[Text]" phldr="0"/>
      <dgm:spPr/>
      <dgm:t>
        <a:bodyPr/>
        <a:lstStyle/>
        <a:p>
          <a:pPr rtl="0"/>
          <a:r>
            <a:rPr lang="en-US" dirty="0">
              <a:latin typeface="Open Sans SemiBold"/>
            </a:rPr>
            <a:t>Pre-process data</a:t>
          </a:r>
          <a:endParaRPr lang="en-US" dirty="0"/>
        </a:p>
      </dgm:t>
    </dgm:pt>
    <dgm:pt modelId="{5CC361DF-EADD-4107-9B31-856E2DE21E38}" type="parTrans" cxnId="{403401D2-E408-49EB-A003-5DF8F022187E}">
      <dgm:prSet/>
      <dgm:spPr/>
    </dgm:pt>
    <dgm:pt modelId="{653DC788-2E95-4942-BB9C-4DC9FE652CD5}" type="sibTrans" cxnId="{403401D2-E408-49EB-A003-5DF8F022187E}">
      <dgm:prSet/>
      <dgm:spPr/>
      <dgm:t>
        <a:bodyPr/>
        <a:lstStyle/>
        <a:p>
          <a:endParaRPr lang="en-US"/>
        </a:p>
      </dgm:t>
    </dgm:pt>
    <dgm:pt modelId="{6C816680-C3E5-4E61-8E6A-236F01BC7F3E}">
      <dgm:prSet phldrT="[Text]" phldr="0"/>
      <dgm:spPr/>
      <dgm:t>
        <a:bodyPr/>
        <a:lstStyle/>
        <a:p>
          <a:pPr rtl="0"/>
          <a:r>
            <a:rPr lang="en-US" dirty="0">
              <a:latin typeface="Open Sans SemiBold"/>
            </a:rPr>
            <a:t>Define network</a:t>
          </a:r>
          <a:endParaRPr lang="en-US" dirty="0"/>
        </a:p>
      </dgm:t>
    </dgm:pt>
    <dgm:pt modelId="{3745AE2C-7CC8-41B8-B9DA-6D1A4AE99A88}" type="parTrans" cxnId="{33BC2A2C-B55A-440E-B45B-D4FAF1E5F270}">
      <dgm:prSet/>
      <dgm:spPr/>
    </dgm:pt>
    <dgm:pt modelId="{ECF73052-AADC-46B1-9FC9-7CEB98C4BB2C}" type="sibTrans" cxnId="{33BC2A2C-B55A-440E-B45B-D4FAF1E5F270}">
      <dgm:prSet/>
      <dgm:spPr/>
      <dgm:t>
        <a:bodyPr/>
        <a:lstStyle/>
        <a:p>
          <a:endParaRPr lang="en-US"/>
        </a:p>
      </dgm:t>
    </dgm:pt>
    <dgm:pt modelId="{47376DD6-802F-4BB5-8C9D-BCE74AE1978C}">
      <dgm:prSet phldrT="[Text]" phldr="0"/>
      <dgm:spPr/>
      <dgm:t>
        <a:bodyPr/>
        <a:lstStyle/>
        <a:p>
          <a:pPr rtl="0"/>
          <a:r>
            <a:rPr lang="en-US" dirty="0">
              <a:latin typeface="Open Sans SemiBold"/>
            </a:rPr>
            <a:t> Define loss function</a:t>
          </a:r>
          <a:endParaRPr lang="en-US" dirty="0"/>
        </a:p>
      </dgm:t>
    </dgm:pt>
    <dgm:pt modelId="{845C7DA5-1B9C-4703-8097-60DB8C1B73F3}" type="parTrans" cxnId="{A01780D8-CFEC-4506-A270-6A45CD5B0720}">
      <dgm:prSet/>
      <dgm:spPr/>
    </dgm:pt>
    <dgm:pt modelId="{B422843B-8933-42BA-8C0C-BFECFB3A098A}" type="sibTrans" cxnId="{A01780D8-CFEC-4506-A270-6A45CD5B0720}">
      <dgm:prSet/>
      <dgm:spPr/>
      <dgm:t>
        <a:bodyPr/>
        <a:lstStyle/>
        <a:p>
          <a:endParaRPr lang="en-US"/>
        </a:p>
      </dgm:t>
    </dgm:pt>
    <dgm:pt modelId="{A4DDCA11-1EE5-453A-8C93-CC441975963E}">
      <dgm:prSet phldr="0"/>
      <dgm:spPr/>
      <dgm:t>
        <a:bodyPr/>
        <a:lstStyle/>
        <a:p>
          <a:pPr rtl="0"/>
          <a:r>
            <a:rPr lang="en-US" dirty="0">
              <a:latin typeface="Open Sans SemiBold"/>
            </a:rPr>
            <a:t> Define optimizer </a:t>
          </a:r>
        </a:p>
      </dgm:t>
    </dgm:pt>
    <dgm:pt modelId="{CCF704E1-5723-444F-B1C7-B44F468A0CD1}" type="parTrans" cxnId="{6B20EB70-3F61-4A6C-A542-90E995F9E163}">
      <dgm:prSet/>
      <dgm:spPr/>
    </dgm:pt>
    <dgm:pt modelId="{E8161659-9467-4F7D-8210-0636EFB6576B}" type="sibTrans" cxnId="{6B20EB70-3F61-4A6C-A542-90E995F9E163}">
      <dgm:prSet/>
      <dgm:spPr/>
      <dgm:t>
        <a:bodyPr/>
        <a:lstStyle/>
        <a:p>
          <a:endParaRPr lang="en-US"/>
        </a:p>
      </dgm:t>
    </dgm:pt>
    <dgm:pt modelId="{77E20074-493F-4F9E-BF2D-A80B219C5DE4}">
      <dgm:prSet phldr="0"/>
      <dgm:spPr/>
      <dgm:t>
        <a:bodyPr/>
        <a:lstStyle/>
        <a:p>
          <a:pPr rtl="0"/>
          <a:r>
            <a:rPr lang="en-US" dirty="0">
              <a:latin typeface="Open Sans SemiBold"/>
            </a:rPr>
            <a:t> Training model</a:t>
          </a:r>
        </a:p>
      </dgm:t>
    </dgm:pt>
    <dgm:pt modelId="{FACD4B1A-EADE-429B-919E-A59DF918931F}" type="parTrans" cxnId="{A64755CA-26F5-4B93-9B27-028124EC2D53}">
      <dgm:prSet/>
      <dgm:spPr/>
    </dgm:pt>
    <dgm:pt modelId="{91CED7B6-48E4-463E-B6E2-4D6D2D5C66E4}" type="sibTrans" cxnId="{A64755CA-26F5-4B93-9B27-028124EC2D53}">
      <dgm:prSet/>
      <dgm:spPr/>
      <dgm:t>
        <a:bodyPr/>
        <a:lstStyle/>
        <a:p>
          <a:endParaRPr lang="en-US"/>
        </a:p>
      </dgm:t>
    </dgm:pt>
    <dgm:pt modelId="{D8935579-0307-4C67-9819-661756B54B38}">
      <dgm:prSet phldr="0"/>
      <dgm:spPr/>
      <dgm:t>
        <a:bodyPr/>
        <a:lstStyle/>
        <a:p>
          <a:pPr rtl="0"/>
          <a:r>
            <a:rPr lang="en-US" dirty="0">
              <a:latin typeface="Open Sans SemiBold"/>
            </a:rPr>
            <a:t> Validation and Testing</a:t>
          </a:r>
        </a:p>
      </dgm:t>
    </dgm:pt>
    <dgm:pt modelId="{9AB14174-CDBF-4516-B8DA-63E14154EA49}" type="parTrans" cxnId="{6A16E6D0-7D73-461A-A8C3-F8A8CDC41AA8}">
      <dgm:prSet/>
      <dgm:spPr/>
    </dgm:pt>
    <dgm:pt modelId="{74D7A4A3-2104-42BD-9B84-1206FFA7DC4D}" type="sibTrans" cxnId="{6A16E6D0-7D73-461A-A8C3-F8A8CDC41AA8}">
      <dgm:prSet/>
      <dgm:spPr/>
    </dgm:pt>
    <dgm:pt modelId="{2BFC0320-4A01-40E7-B7D1-E503F1BEE508}" type="pres">
      <dgm:prSet presAssocID="{DFD7BDE1-58CF-4F23-A775-A4D878033503}" presName="Name0" presStyleCnt="0">
        <dgm:presLayoutVars>
          <dgm:dir/>
          <dgm:animLvl val="lvl"/>
          <dgm:resizeHandles val="exact"/>
        </dgm:presLayoutVars>
      </dgm:prSet>
      <dgm:spPr/>
    </dgm:pt>
    <dgm:pt modelId="{12D495AB-0663-4A48-9746-C879D9BDE8DC}" type="pres">
      <dgm:prSet presAssocID="{94D491A3-A342-4E97-AB7B-45374A38F679}" presName="parTxOnly" presStyleLbl="node1" presStyleIdx="0" presStyleCnt="6">
        <dgm:presLayoutVars>
          <dgm:chMax val="0"/>
          <dgm:chPref val="0"/>
          <dgm:bulletEnabled val="1"/>
        </dgm:presLayoutVars>
      </dgm:prSet>
      <dgm:spPr/>
    </dgm:pt>
    <dgm:pt modelId="{B7EAD49F-AE9F-4307-8585-BF643ED1E7F5}" type="pres">
      <dgm:prSet presAssocID="{653DC788-2E95-4942-BB9C-4DC9FE652CD5}" presName="parTxOnlySpace" presStyleCnt="0"/>
      <dgm:spPr/>
    </dgm:pt>
    <dgm:pt modelId="{41CD7CBD-95F3-4A49-B52F-8AA83BF02E9C}" type="pres">
      <dgm:prSet presAssocID="{6C816680-C3E5-4E61-8E6A-236F01BC7F3E}" presName="parTxOnly" presStyleLbl="node1" presStyleIdx="1" presStyleCnt="6">
        <dgm:presLayoutVars>
          <dgm:chMax val="0"/>
          <dgm:chPref val="0"/>
          <dgm:bulletEnabled val="1"/>
        </dgm:presLayoutVars>
      </dgm:prSet>
      <dgm:spPr/>
    </dgm:pt>
    <dgm:pt modelId="{0ABE283D-AC0F-4DA3-87C2-D9772BEEF082}" type="pres">
      <dgm:prSet presAssocID="{ECF73052-AADC-46B1-9FC9-7CEB98C4BB2C}" presName="parTxOnlySpace" presStyleCnt="0"/>
      <dgm:spPr/>
    </dgm:pt>
    <dgm:pt modelId="{1688799B-E93E-4217-B578-92ABE3C4631F}" type="pres">
      <dgm:prSet presAssocID="{47376DD6-802F-4BB5-8C9D-BCE74AE1978C}" presName="parTxOnly" presStyleLbl="node1" presStyleIdx="2" presStyleCnt="6">
        <dgm:presLayoutVars>
          <dgm:chMax val="0"/>
          <dgm:chPref val="0"/>
          <dgm:bulletEnabled val="1"/>
        </dgm:presLayoutVars>
      </dgm:prSet>
      <dgm:spPr/>
    </dgm:pt>
    <dgm:pt modelId="{4141DADB-01ED-4C22-8C9D-835A119EE5F2}" type="pres">
      <dgm:prSet presAssocID="{B422843B-8933-42BA-8C0C-BFECFB3A098A}" presName="parTxOnlySpace" presStyleCnt="0"/>
      <dgm:spPr/>
    </dgm:pt>
    <dgm:pt modelId="{103B5B97-F765-4B2A-A801-AF24C48F75B6}" type="pres">
      <dgm:prSet presAssocID="{A4DDCA11-1EE5-453A-8C93-CC441975963E}" presName="parTxOnly" presStyleLbl="node1" presStyleIdx="3" presStyleCnt="6">
        <dgm:presLayoutVars>
          <dgm:chMax val="0"/>
          <dgm:chPref val="0"/>
          <dgm:bulletEnabled val="1"/>
        </dgm:presLayoutVars>
      </dgm:prSet>
      <dgm:spPr/>
    </dgm:pt>
    <dgm:pt modelId="{C3DA83EF-44D8-4390-94C8-99E2026E4DB7}" type="pres">
      <dgm:prSet presAssocID="{E8161659-9467-4F7D-8210-0636EFB6576B}" presName="parTxOnlySpace" presStyleCnt="0"/>
      <dgm:spPr/>
    </dgm:pt>
    <dgm:pt modelId="{D5152314-2E45-4012-B9C4-DAE0A5C78CA9}" type="pres">
      <dgm:prSet presAssocID="{77E20074-493F-4F9E-BF2D-A80B219C5DE4}" presName="parTxOnly" presStyleLbl="node1" presStyleIdx="4" presStyleCnt="6">
        <dgm:presLayoutVars>
          <dgm:chMax val="0"/>
          <dgm:chPref val="0"/>
          <dgm:bulletEnabled val="1"/>
        </dgm:presLayoutVars>
      </dgm:prSet>
      <dgm:spPr/>
    </dgm:pt>
    <dgm:pt modelId="{0EA5E573-F897-45F5-AB52-FE1271D698C5}" type="pres">
      <dgm:prSet presAssocID="{91CED7B6-48E4-463E-B6E2-4D6D2D5C66E4}" presName="parTxOnlySpace" presStyleCnt="0"/>
      <dgm:spPr/>
    </dgm:pt>
    <dgm:pt modelId="{B002CD02-85D3-4743-8BBD-C98FC49A7F30}" type="pres">
      <dgm:prSet presAssocID="{D8935579-0307-4C67-9819-661756B54B38}" presName="parTxOnly" presStyleLbl="node1" presStyleIdx="5" presStyleCnt="6">
        <dgm:presLayoutVars>
          <dgm:chMax val="0"/>
          <dgm:chPref val="0"/>
          <dgm:bulletEnabled val="1"/>
        </dgm:presLayoutVars>
      </dgm:prSet>
      <dgm:spPr/>
    </dgm:pt>
  </dgm:ptLst>
  <dgm:cxnLst>
    <dgm:cxn modelId="{33BC2A2C-B55A-440E-B45B-D4FAF1E5F270}" srcId="{DFD7BDE1-58CF-4F23-A775-A4D878033503}" destId="{6C816680-C3E5-4E61-8E6A-236F01BC7F3E}" srcOrd="1" destOrd="0" parTransId="{3745AE2C-7CC8-41B8-B9DA-6D1A4AE99A88}" sibTransId="{ECF73052-AADC-46B1-9FC9-7CEB98C4BB2C}"/>
    <dgm:cxn modelId="{4E45146F-9BA2-4271-A4E9-758EA6242F86}" type="presOf" srcId="{A4DDCA11-1EE5-453A-8C93-CC441975963E}" destId="{103B5B97-F765-4B2A-A801-AF24C48F75B6}" srcOrd="0" destOrd="0" presId="urn:microsoft.com/office/officeart/2005/8/layout/chevron1"/>
    <dgm:cxn modelId="{6B20EB70-3F61-4A6C-A542-90E995F9E163}" srcId="{DFD7BDE1-58CF-4F23-A775-A4D878033503}" destId="{A4DDCA11-1EE5-453A-8C93-CC441975963E}" srcOrd="3" destOrd="0" parTransId="{CCF704E1-5723-444F-B1C7-B44F468A0CD1}" sibTransId="{E8161659-9467-4F7D-8210-0636EFB6576B}"/>
    <dgm:cxn modelId="{7E865152-83D2-420E-860D-F5190663AA2F}" type="presOf" srcId="{47376DD6-802F-4BB5-8C9D-BCE74AE1978C}" destId="{1688799B-E93E-4217-B578-92ABE3C4631F}" srcOrd="0" destOrd="0" presId="urn:microsoft.com/office/officeart/2005/8/layout/chevron1"/>
    <dgm:cxn modelId="{1252F876-C89C-4D05-9CB4-18E5E7CF639A}" type="presOf" srcId="{6C816680-C3E5-4E61-8E6A-236F01BC7F3E}" destId="{41CD7CBD-95F3-4A49-B52F-8AA83BF02E9C}" srcOrd="0" destOrd="0" presId="urn:microsoft.com/office/officeart/2005/8/layout/chevron1"/>
    <dgm:cxn modelId="{A26BFF7D-0A1F-4CF5-87BC-2423AB4232B6}" type="presOf" srcId="{94D491A3-A342-4E97-AB7B-45374A38F679}" destId="{12D495AB-0663-4A48-9746-C879D9BDE8DC}" srcOrd="0" destOrd="0" presId="urn:microsoft.com/office/officeart/2005/8/layout/chevron1"/>
    <dgm:cxn modelId="{2FB98D7F-4BDD-4D36-9B8A-49E27C184EEB}" type="presOf" srcId="{DFD7BDE1-58CF-4F23-A775-A4D878033503}" destId="{2BFC0320-4A01-40E7-B7D1-E503F1BEE508}" srcOrd="0" destOrd="0" presId="urn:microsoft.com/office/officeart/2005/8/layout/chevron1"/>
    <dgm:cxn modelId="{A64755CA-26F5-4B93-9B27-028124EC2D53}" srcId="{DFD7BDE1-58CF-4F23-A775-A4D878033503}" destId="{77E20074-493F-4F9E-BF2D-A80B219C5DE4}" srcOrd="4" destOrd="0" parTransId="{FACD4B1A-EADE-429B-919E-A59DF918931F}" sibTransId="{91CED7B6-48E4-463E-B6E2-4D6D2D5C66E4}"/>
    <dgm:cxn modelId="{6A16E6D0-7D73-461A-A8C3-F8A8CDC41AA8}" srcId="{DFD7BDE1-58CF-4F23-A775-A4D878033503}" destId="{D8935579-0307-4C67-9819-661756B54B38}" srcOrd="5" destOrd="0" parTransId="{9AB14174-CDBF-4516-B8DA-63E14154EA49}" sibTransId="{74D7A4A3-2104-42BD-9B84-1206FFA7DC4D}"/>
    <dgm:cxn modelId="{403401D2-E408-49EB-A003-5DF8F022187E}" srcId="{DFD7BDE1-58CF-4F23-A775-A4D878033503}" destId="{94D491A3-A342-4E97-AB7B-45374A38F679}" srcOrd="0" destOrd="0" parTransId="{5CC361DF-EADD-4107-9B31-856E2DE21E38}" sibTransId="{653DC788-2E95-4942-BB9C-4DC9FE652CD5}"/>
    <dgm:cxn modelId="{A01780D8-CFEC-4506-A270-6A45CD5B0720}" srcId="{DFD7BDE1-58CF-4F23-A775-A4D878033503}" destId="{47376DD6-802F-4BB5-8C9D-BCE74AE1978C}" srcOrd="2" destOrd="0" parTransId="{845C7DA5-1B9C-4703-8097-60DB8C1B73F3}" sibTransId="{B422843B-8933-42BA-8C0C-BFECFB3A098A}"/>
    <dgm:cxn modelId="{E4B9D5D9-3CEC-4D32-AE6D-773F67E69BFB}" type="presOf" srcId="{77E20074-493F-4F9E-BF2D-A80B219C5DE4}" destId="{D5152314-2E45-4012-B9C4-DAE0A5C78CA9}" srcOrd="0" destOrd="0" presId="urn:microsoft.com/office/officeart/2005/8/layout/chevron1"/>
    <dgm:cxn modelId="{39DEDEF1-3CA4-4EED-92B3-3C547A761F36}" type="presOf" srcId="{D8935579-0307-4C67-9819-661756B54B38}" destId="{B002CD02-85D3-4743-8BBD-C98FC49A7F30}" srcOrd="0" destOrd="0" presId="urn:microsoft.com/office/officeart/2005/8/layout/chevron1"/>
    <dgm:cxn modelId="{729B92DA-6A45-421F-8022-E4EE0AA27A31}" type="presParOf" srcId="{2BFC0320-4A01-40E7-B7D1-E503F1BEE508}" destId="{12D495AB-0663-4A48-9746-C879D9BDE8DC}" srcOrd="0" destOrd="0" presId="urn:microsoft.com/office/officeart/2005/8/layout/chevron1"/>
    <dgm:cxn modelId="{386A12C3-92CE-48B6-8BDA-3E4BB9DC6426}" type="presParOf" srcId="{2BFC0320-4A01-40E7-B7D1-E503F1BEE508}" destId="{B7EAD49F-AE9F-4307-8585-BF643ED1E7F5}" srcOrd="1" destOrd="0" presId="urn:microsoft.com/office/officeart/2005/8/layout/chevron1"/>
    <dgm:cxn modelId="{6ECBC8E4-9C3E-4913-AF25-DEE759571EDA}" type="presParOf" srcId="{2BFC0320-4A01-40E7-B7D1-E503F1BEE508}" destId="{41CD7CBD-95F3-4A49-B52F-8AA83BF02E9C}" srcOrd="2" destOrd="0" presId="urn:microsoft.com/office/officeart/2005/8/layout/chevron1"/>
    <dgm:cxn modelId="{C7757791-9272-4C30-B812-D7248298F9B6}" type="presParOf" srcId="{2BFC0320-4A01-40E7-B7D1-E503F1BEE508}" destId="{0ABE283D-AC0F-4DA3-87C2-D9772BEEF082}" srcOrd="3" destOrd="0" presId="urn:microsoft.com/office/officeart/2005/8/layout/chevron1"/>
    <dgm:cxn modelId="{7487369A-9318-4B52-8647-F8D938E6F3F6}" type="presParOf" srcId="{2BFC0320-4A01-40E7-B7D1-E503F1BEE508}" destId="{1688799B-E93E-4217-B578-92ABE3C4631F}" srcOrd="4" destOrd="0" presId="urn:microsoft.com/office/officeart/2005/8/layout/chevron1"/>
    <dgm:cxn modelId="{4A77FFB8-0313-4FC1-9C54-D432814D0949}" type="presParOf" srcId="{2BFC0320-4A01-40E7-B7D1-E503F1BEE508}" destId="{4141DADB-01ED-4C22-8C9D-835A119EE5F2}" srcOrd="5" destOrd="0" presId="urn:microsoft.com/office/officeart/2005/8/layout/chevron1"/>
    <dgm:cxn modelId="{C76A252F-FCB4-4FA5-9F36-783201D9F6AA}" type="presParOf" srcId="{2BFC0320-4A01-40E7-B7D1-E503F1BEE508}" destId="{103B5B97-F765-4B2A-A801-AF24C48F75B6}" srcOrd="6" destOrd="0" presId="urn:microsoft.com/office/officeart/2005/8/layout/chevron1"/>
    <dgm:cxn modelId="{399D84A3-C01D-4D3D-92CA-86C48B07E910}" type="presParOf" srcId="{2BFC0320-4A01-40E7-B7D1-E503F1BEE508}" destId="{C3DA83EF-44D8-4390-94C8-99E2026E4DB7}" srcOrd="7" destOrd="0" presId="urn:microsoft.com/office/officeart/2005/8/layout/chevron1"/>
    <dgm:cxn modelId="{2F413CCA-C578-46F5-90D3-FEAEE5BD75DA}" type="presParOf" srcId="{2BFC0320-4A01-40E7-B7D1-E503F1BEE508}" destId="{D5152314-2E45-4012-B9C4-DAE0A5C78CA9}" srcOrd="8" destOrd="0" presId="urn:microsoft.com/office/officeart/2005/8/layout/chevron1"/>
    <dgm:cxn modelId="{C6DBA3D1-1EE3-4432-8ED8-16DCC041C38C}" type="presParOf" srcId="{2BFC0320-4A01-40E7-B7D1-E503F1BEE508}" destId="{0EA5E573-F897-45F5-AB52-FE1271D698C5}" srcOrd="9" destOrd="0" presId="urn:microsoft.com/office/officeart/2005/8/layout/chevron1"/>
    <dgm:cxn modelId="{365728C3-12B7-4D27-A9AB-48297F708C17}" type="presParOf" srcId="{2BFC0320-4A01-40E7-B7D1-E503F1BEE508}" destId="{B002CD02-85D3-4743-8BBD-C98FC49A7F30}"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FD7BDE1-58CF-4F23-A775-A4D878033503}" type="doc">
      <dgm:prSet loTypeId="urn:microsoft.com/office/officeart/2005/8/layout/chevron1" loCatId="process" qsTypeId="urn:microsoft.com/office/officeart/2005/8/quickstyle/simple1" qsCatId="simple" csTypeId="urn:microsoft.com/office/officeart/2005/8/colors/colorful2" csCatId="colorful" phldr="1"/>
      <dgm:spPr/>
    </dgm:pt>
    <dgm:pt modelId="{94D491A3-A342-4E97-AB7B-45374A38F679}">
      <dgm:prSet phldrT="[Text]" phldr="0"/>
      <dgm:spPr/>
      <dgm:t>
        <a:bodyPr/>
        <a:lstStyle/>
        <a:p>
          <a:pPr rtl="0"/>
          <a:r>
            <a:rPr lang="en-US" dirty="0">
              <a:latin typeface="Open Sans SemiBold"/>
            </a:rPr>
            <a:t>Pre-process data</a:t>
          </a:r>
          <a:endParaRPr lang="en-US" dirty="0"/>
        </a:p>
      </dgm:t>
    </dgm:pt>
    <dgm:pt modelId="{5CC361DF-EADD-4107-9B31-856E2DE21E38}" type="parTrans" cxnId="{403401D2-E408-49EB-A003-5DF8F022187E}">
      <dgm:prSet/>
      <dgm:spPr/>
    </dgm:pt>
    <dgm:pt modelId="{653DC788-2E95-4942-BB9C-4DC9FE652CD5}" type="sibTrans" cxnId="{403401D2-E408-49EB-A003-5DF8F022187E}">
      <dgm:prSet/>
      <dgm:spPr/>
      <dgm:t>
        <a:bodyPr/>
        <a:lstStyle/>
        <a:p>
          <a:endParaRPr lang="en-US"/>
        </a:p>
      </dgm:t>
    </dgm:pt>
    <dgm:pt modelId="{6C816680-C3E5-4E61-8E6A-236F01BC7F3E}">
      <dgm:prSet phldrT="[Text]" phldr="0"/>
      <dgm:spPr/>
      <dgm:t>
        <a:bodyPr/>
        <a:lstStyle/>
        <a:p>
          <a:pPr rtl="0"/>
          <a:r>
            <a:rPr lang="en-US" dirty="0">
              <a:latin typeface="Open Sans SemiBold"/>
            </a:rPr>
            <a:t>Define network</a:t>
          </a:r>
          <a:endParaRPr lang="en-US" dirty="0"/>
        </a:p>
      </dgm:t>
    </dgm:pt>
    <dgm:pt modelId="{3745AE2C-7CC8-41B8-B9DA-6D1A4AE99A88}" type="parTrans" cxnId="{33BC2A2C-B55A-440E-B45B-D4FAF1E5F270}">
      <dgm:prSet/>
      <dgm:spPr/>
    </dgm:pt>
    <dgm:pt modelId="{ECF73052-AADC-46B1-9FC9-7CEB98C4BB2C}" type="sibTrans" cxnId="{33BC2A2C-B55A-440E-B45B-D4FAF1E5F270}">
      <dgm:prSet/>
      <dgm:spPr/>
      <dgm:t>
        <a:bodyPr/>
        <a:lstStyle/>
        <a:p>
          <a:endParaRPr lang="en-US"/>
        </a:p>
      </dgm:t>
    </dgm:pt>
    <dgm:pt modelId="{47376DD6-802F-4BB5-8C9D-BCE74AE1978C}">
      <dgm:prSet phldrT="[Text]" phldr="0"/>
      <dgm:spPr/>
      <dgm:t>
        <a:bodyPr/>
        <a:lstStyle/>
        <a:p>
          <a:pPr rtl="0"/>
          <a:r>
            <a:rPr lang="en-US" dirty="0">
              <a:latin typeface="Open Sans SemiBold"/>
            </a:rPr>
            <a:t> Define loss function</a:t>
          </a:r>
          <a:endParaRPr lang="en-US" dirty="0"/>
        </a:p>
      </dgm:t>
    </dgm:pt>
    <dgm:pt modelId="{845C7DA5-1B9C-4703-8097-60DB8C1B73F3}" type="parTrans" cxnId="{A01780D8-CFEC-4506-A270-6A45CD5B0720}">
      <dgm:prSet/>
      <dgm:spPr/>
    </dgm:pt>
    <dgm:pt modelId="{B422843B-8933-42BA-8C0C-BFECFB3A098A}" type="sibTrans" cxnId="{A01780D8-CFEC-4506-A270-6A45CD5B0720}">
      <dgm:prSet/>
      <dgm:spPr/>
      <dgm:t>
        <a:bodyPr/>
        <a:lstStyle/>
        <a:p>
          <a:endParaRPr lang="en-US"/>
        </a:p>
      </dgm:t>
    </dgm:pt>
    <dgm:pt modelId="{A4DDCA11-1EE5-453A-8C93-CC441975963E}">
      <dgm:prSet phldr="0"/>
      <dgm:spPr/>
      <dgm:t>
        <a:bodyPr/>
        <a:lstStyle/>
        <a:p>
          <a:pPr rtl="0"/>
          <a:r>
            <a:rPr lang="en-US" dirty="0">
              <a:latin typeface="Open Sans SemiBold"/>
            </a:rPr>
            <a:t> Define optimizer </a:t>
          </a:r>
        </a:p>
      </dgm:t>
    </dgm:pt>
    <dgm:pt modelId="{CCF704E1-5723-444F-B1C7-B44F468A0CD1}" type="parTrans" cxnId="{6B20EB70-3F61-4A6C-A542-90E995F9E163}">
      <dgm:prSet/>
      <dgm:spPr/>
    </dgm:pt>
    <dgm:pt modelId="{E8161659-9467-4F7D-8210-0636EFB6576B}" type="sibTrans" cxnId="{6B20EB70-3F61-4A6C-A542-90E995F9E163}">
      <dgm:prSet/>
      <dgm:spPr/>
      <dgm:t>
        <a:bodyPr/>
        <a:lstStyle/>
        <a:p>
          <a:endParaRPr lang="en-US"/>
        </a:p>
      </dgm:t>
    </dgm:pt>
    <dgm:pt modelId="{77E20074-493F-4F9E-BF2D-A80B219C5DE4}">
      <dgm:prSet phldr="0"/>
      <dgm:spPr/>
      <dgm:t>
        <a:bodyPr/>
        <a:lstStyle/>
        <a:p>
          <a:pPr rtl="0"/>
          <a:r>
            <a:rPr lang="en-US" dirty="0">
              <a:latin typeface="Open Sans SemiBold"/>
            </a:rPr>
            <a:t> Training model</a:t>
          </a:r>
        </a:p>
      </dgm:t>
    </dgm:pt>
    <dgm:pt modelId="{FACD4B1A-EADE-429B-919E-A59DF918931F}" type="parTrans" cxnId="{A64755CA-26F5-4B93-9B27-028124EC2D53}">
      <dgm:prSet/>
      <dgm:spPr/>
    </dgm:pt>
    <dgm:pt modelId="{91CED7B6-48E4-463E-B6E2-4D6D2D5C66E4}" type="sibTrans" cxnId="{A64755CA-26F5-4B93-9B27-028124EC2D53}">
      <dgm:prSet/>
      <dgm:spPr/>
      <dgm:t>
        <a:bodyPr/>
        <a:lstStyle/>
        <a:p>
          <a:endParaRPr lang="en-US"/>
        </a:p>
      </dgm:t>
    </dgm:pt>
    <dgm:pt modelId="{D8935579-0307-4C67-9819-661756B54B38}">
      <dgm:prSet phldr="0"/>
      <dgm:spPr/>
      <dgm:t>
        <a:bodyPr/>
        <a:lstStyle/>
        <a:p>
          <a:pPr rtl="0"/>
          <a:r>
            <a:rPr lang="en-US" dirty="0">
              <a:latin typeface="Open Sans SemiBold"/>
            </a:rPr>
            <a:t> Validation and Testing</a:t>
          </a:r>
        </a:p>
      </dgm:t>
    </dgm:pt>
    <dgm:pt modelId="{9AB14174-CDBF-4516-B8DA-63E14154EA49}" type="parTrans" cxnId="{6A16E6D0-7D73-461A-A8C3-F8A8CDC41AA8}">
      <dgm:prSet/>
      <dgm:spPr/>
    </dgm:pt>
    <dgm:pt modelId="{74D7A4A3-2104-42BD-9B84-1206FFA7DC4D}" type="sibTrans" cxnId="{6A16E6D0-7D73-461A-A8C3-F8A8CDC41AA8}">
      <dgm:prSet/>
      <dgm:spPr/>
    </dgm:pt>
    <dgm:pt modelId="{2BFC0320-4A01-40E7-B7D1-E503F1BEE508}" type="pres">
      <dgm:prSet presAssocID="{DFD7BDE1-58CF-4F23-A775-A4D878033503}" presName="Name0" presStyleCnt="0">
        <dgm:presLayoutVars>
          <dgm:dir/>
          <dgm:animLvl val="lvl"/>
          <dgm:resizeHandles val="exact"/>
        </dgm:presLayoutVars>
      </dgm:prSet>
      <dgm:spPr/>
    </dgm:pt>
    <dgm:pt modelId="{12D495AB-0663-4A48-9746-C879D9BDE8DC}" type="pres">
      <dgm:prSet presAssocID="{94D491A3-A342-4E97-AB7B-45374A38F679}" presName="parTxOnly" presStyleLbl="node1" presStyleIdx="0" presStyleCnt="6">
        <dgm:presLayoutVars>
          <dgm:chMax val="0"/>
          <dgm:chPref val="0"/>
          <dgm:bulletEnabled val="1"/>
        </dgm:presLayoutVars>
      </dgm:prSet>
      <dgm:spPr/>
    </dgm:pt>
    <dgm:pt modelId="{B7EAD49F-AE9F-4307-8585-BF643ED1E7F5}" type="pres">
      <dgm:prSet presAssocID="{653DC788-2E95-4942-BB9C-4DC9FE652CD5}" presName="parTxOnlySpace" presStyleCnt="0"/>
      <dgm:spPr/>
    </dgm:pt>
    <dgm:pt modelId="{41CD7CBD-95F3-4A49-B52F-8AA83BF02E9C}" type="pres">
      <dgm:prSet presAssocID="{6C816680-C3E5-4E61-8E6A-236F01BC7F3E}" presName="parTxOnly" presStyleLbl="node1" presStyleIdx="1" presStyleCnt="6">
        <dgm:presLayoutVars>
          <dgm:chMax val="0"/>
          <dgm:chPref val="0"/>
          <dgm:bulletEnabled val="1"/>
        </dgm:presLayoutVars>
      </dgm:prSet>
      <dgm:spPr/>
    </dgm:pt>
    <dgm:pt modelId="{0ABE283D-AC0F-4DA3-87C2-D9772BEEF082}" type="pres">
      <dgm:prSet presAssocID="{ECF73052-AADC-46B1-9FC9-7CEB98C4BB2C}" presName="parTxOnlySpace" presStyleCnt="0"/>
      <dgm:spPr/>
    </dgm:pt>
    <dgm:pt modelId="{1688799B-E93E-4217-B578-92ABE3C4631F}" type="pres">
      <dgm:prSet presAssocID="{47376DD6-802F-4BB5-8C9D-BCE74AE1978C}" presName="parTxOnly" presStyleLbl="node1" presStyleIdx="2" presStyleCnt="6">
        <dgm:presLayoutVars>
          <dgm:chMax val="0"/>
          <dgm:chPref val="0"/>
          <dgm:bulletEnabled val="1"/>
        </dgm:presLayoutVars>
      </dgm:prSet>
      <dgm:spPr/>
    </dgm:pt>
    <dgm:pt modelId="{4141DADB-01ED-4C22-8C9D-835A119EE5F2}" type="pres">
      <dgm:prSet presAssocID="{B422843B-8933-42BA-8C0C-BFECFB3A098A}" presName="parTxOnlySpace" presStyleCnt="0"/>
      <dgm:spPr/>
    </dgm:pt>
    <dgm:pt modelId="{103B5B97-F765-4B2A-A801-AF24C48F75B6}" type="pres">
      <dgm:prSet presAssocID="{A4DDCA11-1EE5-453A-8C93-CC441975963E}" presName="parTxOnly" presStyleLbl="node1" presStyleIdx="3" presStyleCnt="6">
        <dgm:presLayoutVars>
          <dgm:chMax val="0"/>
          <dgm:chPref val="0"/>
          <dgm:bulletEnabled val="1"/>
        </dgm:presLayoutVars>
      </dgm:prSet>
      <dgm:spPr/>
    </dgm:pt>
    <dgm:pt modelId="{C3DA83EF-44D8-4390-94C8-99E2026E4DB7}" type="pres">
      <dgm:prSet presAssocID="{E8161659-9467-4F7D-8210-0636EFB6576B}" presName="parTxOnlySpace" presStyleCnt="0"/>
      <dgm:spPr/>
    </dgm:pt>
    <dgm:pt modelId="{D5152314-2E45-4012-B9C4-DAE0A5C78CA9}" type="pres">
      <dgm:prSet presAssocID="{77E20074-493F-4F9E-BF2D-A80B219C5DE4}" presName="parTxOnly" presStyleLbl="node1" presStyleIdx="4" presStyleCnt="6">
        <dgm:presLayoutVars>
          <dgm:chMax val="0"/>
          <dgm:chPref val="0"/>
          <dgm:bulletEnabled val="1"/>
        </dgm:presLayoutVars>
      </dgm:prSet>
      <dgm:spPr/>
    </dgm:pt>
    <dgm:pt modelId="{0EA5E573-F897-45F5-AB52-FE1271D698C5}" type="pres">
      <dgm:prSet presAssocID="{91CED7B6-48E4-463E-B6E2-4D6D2D5C66E4}" presName="parTxOnlySpace" presStyleCnt="0"/>
      <dgm:spPr/>
    </dgm:pt>
    <dgm:pt modelId="{B002CD02-85D3-4743-8BBD-C98FC49A7F30}" type="pres">
      <dgm:prSet presAssocID="{D8935579-0307-4C67-9819-661756B54B38}" presName="parTxOnly" presStyleLbl="node1" presStyleIdx="5" presStyleCnt="6">
        <dgm:presLayoutVars>
          <dgm:chMax val="0"/>
          <dgm:chPref val="0"/>
          <dgm:bulletEnabled val="1"/>
        </dgm:presLayoutVars>
      </dgm:prSet>
      <dgm:spPr/>
    </dgm:pt>
  </dgm:ptLst>
  <dgm:cxnLst>
    <dgm:cxn modelId="{33BC2A2C-B55A-440E-B45B-D4FAF1E5F270}" srcId="{DFD7BDE1-58CF-4F23-A775-A4D878033503}" destId="{6C816680-C3E5-4E61-8E6A-236F01BC7F3E}" srcOrd="1" destOrd="0" parTransId="{3745AE2C-7CC8-41B8-B9DA-6D1A4AE99A88}" sibTransId="{ECF73052-AADC-46B1-9FC9-7CEB98C4BB2C}"/>
    <dgm:cxn modelId="{4E45146F-9BA2-4271-A4E9-758EA6242F86}" type="presOf" srcId="{A4DDCA11-1EE5-453A-8C93-CC441975963E}" destId="{103B5B97-F765-4B2A-A801-AF24C48F75B6}" srcOrd="0" destOrd="0" presId="urn:microsoft.com/office/officeart/2005/8/layout/chevron1"/>
    <dgm:cxn modelId="{6B20EB70-3F61-4A6C-A542-90E995F9E163}" srcId="{DFD7BDE1-58CF-4F23-A775-A4D878033503}" destId="{A4DDCA11-1EE5-453A-8C93-CC441975963E}" srcOrd="3" destOrd="0" parTransId="{CCF704E1-5723-444F-B1C7-B44F468A0CD1}" sibTransId="{E8161659-9467-4F7D-8210-0636EFB6576B}"/>
    <dgm:cxn modelId="{7E865152-83D2-420E-860D-F5190663AA2F}" type="presOf" srcId="{47376DD6-802F-4BB5-8C9D-BCE74AE1978C}" destId="{1688799B-E93E-4217-B578-92ABE3C4631F}" srcOrd="0" destOrd="0" presId="urn:microsoft.com/office/officeart/2005/8/layout/chevron1"/>
    <dgm:cxn modelId="{1252F876-C89C-4D05-9CB4-18E5E7CF639A}" type="presOf" srcId="{6C816680-C3E5-4E61-8E6A-236F01BC7F3E}" destId="{41CD7CBD-95F3-4A49-B52F-8AA83BF02E9C}" srcOrd="0" destOrd="0" presId="urn:microsoft.com/office/officeart/2005/8/layout/chevron1"/>
    <dgm:cxn modelId="{A26BFF7D-0A1F-4CF5-87BC-2423AB4232B6}" type="presOf" srcId="{94D491A3-A342-4E97-AB7B-45374A38F679}" destId="{12D495AB-0663-4A48-9746-C879D9BDE8DC}" srcOrd="0" destOrd="0" presId="urn:microsoft.com/office/officeart/2005/8/layout/chevron1"/>
    <dgm:cxn modelId="{2FB98D7F-4BDD-4D36-9B8A-49E27C184EEB}" type="presOf" srcId="{DFD7BDE1-58CF-4F23-A775-A4D878033503}" destId="{2BFC0320-4A01-40E7-B7D1-E503F1BEE508}" srcOrd="0" destOrd="0" presId="urn:microsoft.com/office/officeart/2005/8/layout/chevron1"/>
    <dgm:cxn modelId="{A64755CA-26F5-4B93-9B27-028124EC2D53}" srcId="{DFD7BDE1-58CF-4F23-A775-A4D878033503}" destId="{77E20074-493F-4F9E-BF2D-A80B219C5DE4}" srcOrd="4" destOrd="0" parTransId="{FACD4B1A-EADE-429B-919E-A59DF918931F}" sibTransId="{91CED7B6-48E4-463E-B6E2-4D6D2D5C66E4}"/>
    <dgm:cxn modelId="{6A16E6D0-7D73-461A-A8C3-F8A8CDC41AA8}" srcId="{DFD7BDE1-58CF-4F23-A775-A4D878033503}" destId="{D8935579-0307-4C67-9819-661756B54B38}" srcOrd="5" destOrd="0" parTransId="{9AB14174-CDBF-4516-B8DA-63E14154EA49}" sibTransId="{74D7A4A3-2104-42BD-9B84-1206FFA7DC4D}"/>
    <dgm:cxn modelId="{403401D2-E408-49EB-A003-5DF8F022187E}" srcId="{DFD7BDE1-58CF-4F23-A775-A4D878033503}" destId="{94D491A3-A342-4E97-AB7B-45374A38F679}" srcOrd="0" destOrd="0" parTransId="{5CC361DF-EADD-4107-9B31-856E2DE21E38}" sibTransId="{653DC788-2E95-4942-BB9C-4DC9FE652CD5}"/>
    <dgm:cxn modelId="{A01780D8-CFEC-4506-A270-6A45CD5B0720}" srcId="{DFD7BDE1-58CF-4F23-A775-A4D878033503}" destId="{47376DD6-802F-4BB5-8C9D-BCE74AE1978C}" srcOrd="2" destOrd="0" parTransId="{845C7DA5-1B9C-4703-8097-60DB8C1B73F3}" sibTransId="{B422843B-8933-42BA-8C0C-BFECFB3A098A}"/>
    <dgm:cxn modelId="{E4B9D5D9-3CEC-4D32-AE6D-773F67E69BFB}" type="presOf" srcId="{77E20074-493F-4F9E-BF2D-A80B219C5DE4}" destId="{D5152314-2E45-4012-B9C4-DAE0A5C78CA9}" srcOrd="0" destOrd="0" presId="urn:microsoft.com/office/officeart/2005/8/layout/chevron1"/>
    <dgm:cxn modelId="{39DEDEF1-3CA4-4EED-92B3-3C547A761F36}" type="presOf" srcId="{D8935579-0307-4C67-9819-661756B54B38}" destId="{B002CD02-85D3-4743-8BBD-C98FC49A7F30}" srcOrd="0" destOrd="0" presId="urn:microsoft.com/office/officeart/2005/8/layout/chevron1"/>
    <dgm:cxn modelId="{729B92DA-6A45-421F-8022-E4EE0AA27A31}" type="presParOf" srcId="{2BFC0320-4A01-40E7-B7D1-E503F1BEE508}" destId="{12D495AB-0663-4A48-9746-C879D9BDE8DC}" srcOrd="0" destOrd="0" presId="urn:microsoft.com/office/officeart/2005/8/layout/chevron1"/>
    <dgm:cxn modelId="{386A12C3-92CE-48B6-8BDA-3E4BB9DC6426}" type="presParOf" srcId="{2BFC0320-4A01-40E7-B7D1-E503F1BEE508}" destId="{B7EAD49F-AE9F-4307-8585-BF643ED1E7F5}" srcOrd="1" destOrd="0" presId="urn:microsoft.com/office/officeart/2005/8/layout/chevron1"/>
    <dgm:cxn modelId="{6ECBC8E4-9C3E-4913-AF25-DEE759571EDA}" type="presParOf" srcId="{2BFC0320-4A01-40E7-B7D1-E503F1BEE508}" destId="{41CD7CBD-95F3-4A49-B52F-8AA83BF02E9C}" srcOrd="2" destOrd="0" presId="urn:microsoft.com/office/officeart/2005/8/layout/chevron1"/>
    <dgm:cxn modelId="{C7757791-9272-4C30-B812-D7248298F9B6}" type="presParOf" srcId="{2BFC0320-4A01-40E7-B7D1-E503F1BEE508}" destId="{0ABE283D-AC0F-4DA3-87C2-D9772BEEF082}" srcOrd="3" destOrd="0" presId="urn:microsoft.com/office/officeart/2005/8/layout/chevron1"/>
    <dgm:cxn modelId="{7487369A-9318-4B52-8647-F8D938E6F3F6}" type="presParOf" srcId="{2BFC0320-4A01-40E7-B7D1-E503F1BEE508}" destId="{1688799B-E93E-4217-B578-92ABE3C4631F}" srcOrd="4" destOrd="0" presId="urn:microsoft.com/office/officeart/2005/8/layout/chevron1"/>
    <dgm:cxn modelId="{4A77FFB8-0313-4FC1-9C54-D432814D0949}" type="presParOf" srcId="{2BFC0320-4A01-40E7-B7D1-E503F1BEE508}" destId="{4141DADB-01ED-4C22-8C9D-835A119EE5F2}" srcOrd="5" destOrd="0" presId="urn:microsoft.com/office/officeart/2005/8/layout/chevron1"/>
    <dgm:cxn modelId="{C76A252F-FCB4-4FA5-9F36-783201D9F6AA}" type="presParOf" srcId="{2BFC0320-4A01-40E7-B7D1-E503F1BEE508}" destId="{103B5B97-F765-4B2A-A801-AF24C48F75B6}" srcOrd="6" destOrd="0" presId="urn:microsoft.com/office/officeart/2005/8/layout/chevron1"/>
    <dgm:cxn modelId="{399D84A3-C01D-4D3D-92CA-86C48B07E910}" type="presParOf" srcId="{2BFC0320-4A01-40E7-B7D1-E503F1BEE508}" destId="{C3DA83EF-44D8-4390-94C8-99E2026E4DB7}" srcOrd="7" destOrd="0" presId="urn:microsoft.com/office/officeart/2005/8/layout/chevron1"/>
    <dgm:cxn modelId="{2F413CCA-C578-46F5-90D3-FEAEE5BD75DA}" type="presParOf" srcId="{2BFC0320-4A01-40E7-B7D1-E503F1BEE508}" destId="{D5152314-2E45-4012-B9C4-DAE0A5C78CA9}" srcOrd="8" destOrd="0" presId="urn:microsoft.com/office/officeart/2005/8/layout/chevron1"/>
    <dgm:cxn modelId="{C6DBA3D1-1EE3-4432-8ED8-16DCC041C38C}" type="presParOf" srcId="{2BFC0320-4A01-40E7-B7D1-E503F1BEE508}" destId="{0EA5E573-F897-45F5-AB52-FE1271D698C5}" srcOrd="9" destOrd="0" presId="urn:microsoft.com/office/officeart/2005/8/layout/chevron1"/>
    <dgm:cxn modelId="{365728C3-12B7-4D27-A9AB-48297F708C17}" type="presParOf" srcId="{2BFC0320-4A01-40E7-B7D1-E503F1BEE508}" destId="{B002CD02-85D3-4743-8BBD-C98FC49A7F30}"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FD7BDE1-58CF-4F23-A775-A4D878033503}" type="doc">
      <dgm:prSet loTypeId="urn:microsoft.com/office/officeart/2005/8/layout/chevron1" loCatId="process" qsTypeId="urn:microsoft.com/office/officeart/2005/8/quickstyle/simple1" qsCatId="simple" csTypeId="urn:microsoft.com/office/officeart/2005/8/colors/colorful2" csCatId="colorful" phldr="1"/>
      <dgm:spPr/>
    </dgm:pt>
    <dgm:pt modelId="{94D491A3-A342-4E97-AB7B-45374A38F679}">
      <dgm:prSet phldrT="[Text]" phldr="0"/>
      <dgm:spPr/>
      <dgm:t>
        <a:bodyPr/>
        <a:lstStyle/>
        <a:p>
          <a:pPr rtl="0"/>
          <a:r>
            <a:rPr lang="en-US" dirty="0">
              <a:latin typeface="Open Sans SemiBold"/>
            </a:rPr>
            <a:t>Pre-process data</a:t>
          </a:r>
          <a:endParaRPr lang="en-US" dirty="0"/>
        </a:p>
      </dgm:t>
    </dgm:pt>
    <dgm:pt modelId="{5CC361DF-EADD-4107-9B31-856E2DE21E38}" type="parTrans" cxnId="{403401D2-E408-49EB-A003-5DF8F022187E}">
      <dgm:prSet/>
      <dgm:spPr/>
    </dgm:pt>
    <dgm:pt modelId="{653DC788-2E95-4942-BB9C-4DC9FE652CD5}" type="sibTrans" cxnId="{403401D2-E408-49EB-A003-5DF8F022187E}">
      <dgm:prSet/>
      <dgm:spPr/>
      <dgm:t>
        <a:bodyPr/>
        <a:lstStyle/>
        <a:p>
          <a:endParaRPr lang="en-US"/>
        </a:p>
      </dgm:t>
    </dgm:pt>
    <dgm:pt modelId="{6C816680-C3E5-4E61-8E6A-236F01BC7F3E}">
      <dgm:prSet phldrT="[Text]" phldr="0"/>
      <dgm:spPr/>
      <dgm:t>
        <a:bodyPr/>
        <a:lstStyle/>
        <a:p>
          <a:pPr rtl="0"/>
          <a:r>
            <a:rPr lang="en-US" dirty="0">
              <a:latin typeface="Open Sans SemiBold"/>
            </a:rPr>
            <a:t>Define network</a:t>
          </a:r>
          <a:endParaRPr lang="en-US" dirty="0"/>
        </a:p>
      </dgm:t>
    </dgm:pt>
    <dgm:pt modelId="{3745AE2C-7CC8-41B8-B9DA-6D1A4AE99A88}" type="parTrans" cxnId="{33BC2A2C-B55A-440E-B45B-D4FAF1E5F270}">
      <dgm:prSet/>
      <dgm:spPr/>
    </dgm:pt>
    <dgm:pt modelId="{ECF73052-AADC-46B1-9FC9-7CEB98C4BB2C}" type="sibTrans" cxnId="{33BC2A2C-B55A-440E-B45B-D4FAF1E5F270}">
      <dgm:prSet/>
      <dgm:spPr/>
      <dgm:t>
        <a:bodyPr/>
        <a:lstStyle/>
        <a:p>
          <a:endParaRPr lang="en-US"/>
        </a:p>
      </dgm:t>
    </dgm:pt>
    <dgm:pt modelId="{47376DD6-802F-4BB5-8C9D-BCE74AE1978C}">
      <dgm:prSet phldrT="[Text]" phldr="0"/>
      <dgm:spPr/>
      <dgm:t>
        <a:bodyPr/>
        <a:lstStyle/>
        <a:p>
          <a:pPr rtl="0"/>
          <a:r>
            <a:rPr lang="en-US" dirty="0">
              <a:latin typeface="Open Sans SemiBold"/>
            </a:rPr>
            <a:t> Define loss function</a:t>
          </a:r>
          <a:endParaRPr lang="en-US" dirty="0"/>
        </a:p>
      </dgm:t>
    </dgm:pt>
    <dgm:pt modelId="{845C7DA5-1B9C-4703-8097-60DB8C1B73F3}" type="parTrans" cxnId="{A01780D8-CFEC-4506-A270-6A45CD5B0720}">
      <dgm:prSet/>
      <dgm:spPr/>
    </dgm:pt>
    <dgm:pt modelId="{B422843B-8933-42BA-8C0C-BFECFB3A098A}" type="sibTrans" cxnId="{A01780D8-CFEC-4506-A270-6A45CD5B0720}">
      <dgm:prSet/>
      <dgm:spPr/>
      <dgm:t>
        <a:bodyPr/>
        <a:lstStyle/>
        <a:p>
          <a:endParaRPr lang="en-US"/>
        </a:p>
      </dgm:t>
    </dgm:pt>
    <dgm:pt modelId="{A4DDCA11-1EE5-453A-8C93-CC441975963E}">
      <dgm:prSet phldr="0"/>
      <dgm:spPr/>
      <dgm:t>
        <a:bodyPr/>
        <a:lstStyle/>
        <a:p>
          <a:pPr rtl="0"/>
          <a:r>
            <a:rPr lang="en-US" dirty="0">
              <a:latin typeface="Open Sans SemiBold"/>
            </a:rPr>
            <a:t> Define optimizer </a:t>
          </a:r>
        </a:p>
      </dgm:t>
    </dgm:pt>
    <dgm:pt modelId="{CCF704E1-5723-444F-B1C7-B44F468A0CD1}" type="parTrans" cxnId="{6B20EB70-3F61-4A6C-A542-90E995F9E163}">
      <dgm:prSet/>
      <dgm:spPr/>
    </dgm:pt>
    <dgm:pt modelId="{E8161659-9467-4F7D-8210-0636EFB6576B}" type="sibTrans" cxnId="{6B20EB70-3F61-4A6C-A542-90E995F9E163}">
      <dgm:prSet/>
      <dgm:spPr/>
      <dgm:t>
        <a:bodyPr/>
        <a:lstStyle/>
        <a:p>
          <a:endParaRPr lang="en-US"/>
        </a:p>
      </dgm:t>
    </dgm:pt>
    <dgm:pt modelId="{77E20074-493F-4F9E-BF2D-A80B219C5DE4}">
      <dgm:prSet phldr="0"/>
      <dgm:spPr/>
      <dgm:t>
        <a:bodyPr/>
        <a:lstStyle/>
        <a:p>
          <a:pPr rtl="0"/>
          <a:r>
            <a:rPr lang="en-US" dirty="0">
              <a:latin typeface="Open Sans SemiBold"/>
            </a:rPr>
            <a:t> Training model</a:t>
          </a:r>
        </a:p>
      </dgm:t>
    </dgm:pt>
    <dgm:pt modelId="{FACD4B1A-EADE-429B-919E-A59DF918931F}" type="parTrans" cxnId="{A64755CA-26F5-4B93-9B27-028124EC2D53}">
      <dgm:prSet/>
      <dgm:spPr/>
    </dgm:pt>
    <dgm:pt modelId="{91CED7B6-48E4-463E-B6E2-4D6D2D5C66E4}" type="sibTrans" cxnId="{A64755CA-26F5-4B93-9B27-028124EC2D53}">
      <dgm:prSet/>
      <dgm:spPr/>
      <dgm:t>
        <a:bodyPr/>
        <a:lstStyle/>
        <a:p>
          <a:endParaRPr lang="en-US"/>
        </a:p>
      </dgm:t>
    </dgm:pt>
    <dgm:pt modelId="{D8935579-0307-4C67-9819-661756B54B38}">
      <dgm:prSet phldr="0"/>
      <dgm:spPr/>
      <dgm:t>
        <a:bodyPr/>
        <a:lstStyle/>
        <a:p>
          <a:pPr rtl="0"/>
          <a:r>
            <a:rPr lang="en-US" dirty="0">
              <a:latin typeface="Open Sans SemiBold"/>
            </a:rPr>
            <a:t> Validation and Testing</a:t>
          </a:r>
        </a:p>
      </dgm:t>
    </dgm:pt>
    <dgm:pt modelId="{9AB14174-CDBF-4516-B8DA-63E14154EA49}" type="parTrans" cxnId="{6A16E6D0-7D73-461A-A8C3-F8A8CDC41AA8}">
      <dgm:prSet/>
      <dgm:spPr/>
    </dgm:pt>
    <dgm:pt modelId="{74D7A4A3-2104-42BD-9B84-1206FFA7DC4D}" type="sibTrans" cxnId="{6A16E6D0-7D73-461A-A8C3-F8A8CDC41AA8}">
      <dgm:prSet/>
      <dgm:spPr/>
    </dgm:pt>
    <dgm:pt modelId="{2BFC0320-4A01-40E7-B7D1-E503F1BEE508}" type="pres">
      <dgm:prSet presAssocID="{DFD7BDE1-58CF-4F23-A775-A4D878033503}" presName="Name0" presStyleCnt="0">
        <dgm:presLayoutVars>
          <dgm:dir/>
          <dgm:animLvl val="lvl"/>
          <dgm:resizeHandles val="exact"/>
        </dgm:presLayoutVars>
      </dgm:prSet>
      <dgm:spPr/>
    </dgm:pt>
    <dgm:pt modelId="{12D495AB-0663-4A48-9746-C879D9BDE8DC}" type="pres">
      <dgm:prSet presAssocID="{94D491A3-A342-4E97-AB7B-45374A38F679}" presName="parTxOnly" presStyleLbl="node1" presStyleIdx="0" presStyleCnt="6">
        <dgm:presLayoutVars>
          <dgm:chMax val="0"/>
          <dgm:chPref val="0"/>
          <dgm:bulletEnabled val="1"/>
        </dgm:presLayoutVars>
      </dgm:prSet>
      <dgm:spPr/>
    </dgm:pt>
    <dgm:pt modelId="{B7EAD49F-AE9F-4307-8585-BF643ED1E7F5}" type="pres">
      <dgm:prSet presAssocID="{653DC788-2E95-4942-BB9C-4DC9FE652CD5}" presName="parTxOnlySpace" presStyleCnt="0"/>
      <dgm:spPr/>
    </dgm:pt>
    <dgm:pt modelId="{41CD7CBD-95F3-4A49-B52F-8AA83BF02E9C}" type="pres">
      <dgm:prSet presAssocID="{6C816680-C3E5-4E61-8E6A-236F01BC7F3E}" presName="parTxOnly" presStyleLbl="node1" presStyleIdx="1" presStyleCnt="6">
        <dgm:presLayoutVars>
          <dgm:chMax val="0"/>
          <dgm:chPref val="0"/>
          <dgm:bulletEnabled val="1"/>
        </dgm:presLayoutVars>
      </dgm:prSet>
      <dgm:spPr/>
    </dgm:pt>
    <dgm:pt modelId="{0ABE283D-AC0F-4DA3-87C2-D9772BEEF082}" type="pres">
      <dgm:prSet presAssocID="{ECF73052-AADC-46B1-9FC9-7CEB98C4BB2C}" presName="parTxOnlySpace" presStyleCnt="0"/>
      <dgm:spPr/>
    </dgm:pt>
    <dgm:pt modelId="{1688799B-E93E-4217-B578-92ABE3C4631F}" type="pres">
      <dgm:prSet presAssocID="{47376DD6-802F-4BB5-8C9D-BCE74AE1978C}" presName="parTxOnly" presStyleLbl="node1" presStyleIdx="2" presStyleCnt="6">
        <dgm:presLayoutVars>
          <dgm:chMax val="0"/>
          <dgm:chPref val="0"/>
          <dgm:bulletEnabled val="1"/>
        </dgm:presLayoutVars>
      </dgm:prSet>
      <dgm:spPr/>
    </dgm:pt>
    <dgm:pt modelId="{4141DADB-01ED-4C22-8C9D-835A119EE5F2}" type="pres">
      <dgm:prSet presAssocID="{B422843B-8933-42BA-8C0C-BFECFB3A098A}" presName="parTxOnlySpace" presStyleCnt="0"/>
      <dgm:spPr/>
    </dgm:pt>
    <dgm:pt modelId="{103B5B97-F765-4B2A-A801-AF24C48F75B6}" type="pres">
      <dgm:prSet presAssocID="{A4DDCA11-1EE5-453A-8C93-CC441975963E}" presName="parTxOnly" presStyleLbl="node1" presStyleIdx="3" presStyleCnt="6">
        <dgm:presLayoutVars>
          <dgm:chMax val="0"/>
          <dgm:chPref val="0"/>
          <dgm:bulletEnabled val="1"/>
        </dgm:presLayoutVars>
      </dgm:prSet>
      <dgm:spPr/>
    </dgm:pt>
    <dgm:pt modelId="{C3DA83EF-44D8-4390-94C8-99E2026E4DB7}" type="pres">
      <dgm:prSet presAssocID="{E8161659-9467-4F7D-8210-0636EFB6576B}" presName="parTxOnlySpace" presStyleCnt="0"/>
      <dgm:spPr/>
    </dgm:pt>
    <dgm:pt modelId="{D5152314-2E45-4012-B9C4-DAE0A5C78CA9}" type="pres">
      <dgm:prSet presAssocID="{77E20074-493F-4F9E-BF2D-A80B219C5DE4}" presName="parTxOnly" presStyleLbl="node1" presStyleIdx="4" presStyleCnt="6">
        <dgm:presLayoutVars>
          <dgm:chMax val="0"/>
          <dgm:chPref val="0"/>
          <dgm:bulletEnabled val="1"/>
        </dgm:presLayoutVars>
      </dgm:prSet>
      <dgm:spPr/>
    </dgm:pt>
    <dgm:pt modelId="{0EA5E573-F897-45F5-AB52-FE1271D698C5}" type="pres">
      <dgm:prSet presAssocID="{91CED7B6-48E4-463E-B6E2-4D6D2D5C66E4}" presName="parTxOnlySpace" presStyleCnt="0"/>
      <dgm:spPr/>
    </dgm:pt>
    <dgm:pt modelId="{B002CD02-85D3-4743-8BBD-C98FC49A7F30}" type="pres">
      <dgm:prSet presAssocID="{D8935579-0307-4C67-9819-661756B54B38}" presName="parTxOnly" presStyleLbl="node1" presStyleIdx="5" presStyleCnt="6">
        <dgm:presLayoutVars>
          <dgm:chMax val="0"/>
          <dgm:chPref val="0"/>
          <dgm:bulletEnabled val="1"/>
        </dgm:presLayoutVars>
      </dgm:prSet>
      <dgm:spPr/>
    </dgm:pt>
  </dgm:ptLst>
  <dgm:cxnLst>
    <dgm:cxn modelId="{33BC2A2C-B55A-440E-B45B-D4FAF1E5F270}" srcId="{DFD7BDE1-58CF-4F23-A775-A4D878033503}" destId="{6C816680-C3E5-4E61-8E6A-236F01BC7F3E}" srcOrd="1" destOrd="0" parTransId="{3745AE2C-7CC8-41B8-B9DA-6D1A4AE99A88}" sibTransId="{ECF73052-AADC-46B1-9FC9-7CEB98C4BB2C}"/>
    <dgm:cxn modelId="{4E45146F-9BA2-4271-A4E9-758EA6242F86}" type="presOf" srcId="{A4DDCA11-1EE5-453A-8C93-CC441975963E}" destId="{103B5B97-F765-4B2A-A801-AF24C48F75B6}" srcOrd="0" destOrd="0" presId="urn:microsoft.com/office/officeart/2005/8/layout/chevron1"/>
    <dgm:cxn modelId="{6B20EB70-3F61-4A6C-A542-90E995F9E163}" srcId="{DFD7BDE1-58CF-4F23-A775-A4D878033503}" destId="{A4DDCA11-1EE5-453A-8C93-CC441975963E}" srcOrd="3" destOrd="0" parTransId="{CCF704E1-5723-444F-B1C7-B44F468A0CD1}" sibTransId="{E8161659-9467-4F7D-8210-0636EFB6576B}"/>
    <dgm:cxn modelId="{7E865152-83D2-420E-860D-F5190663AA2F}" type="presOf" srcId="{47376DD6-802F-4BB5-8C9D-BCE74AE1978C}" destId="{1688799B-E93E-4217-B578-92ABE3C4631F}" srcOrd="0" destOrd="0" presId="urn:microsoft.com/office/officeart/2005/8/layout/chevron1"/>
    <dgm:cxn modelId="{1252F876-C89C-4D05-9CB4-18E5E7CF639A}" type="presOf" srcId="{6C816680-C3E5-4E61-8E6A-236F01BC7F3E}" destId="{41CD7CBD-95F3-4A49-B52F-8AA83BF02E9C}" srcOrd="0" destOrd="0" presId="urn:microsoft.com/office/officeart/2005/8/layout/chevron1"/>
    <dgm:cxn modelId="{A26BFF7D-0A1F-4CF5-87BC-2423AB4232B6}" type="presOf" srcId="{94D491A3-A342-4E97-AB7B-45374A38F679}" destId="{12D495AB-0663-4A48-9746-C879D9BDE8DC}" srcOrd="0" destOrd="0" presId="urn:microsoft.com/office/officeart/2005/8/layout/chevron1"/>
    <dgm:cxn modelId="{2FB98D7F-4BDD-4D36-9B8A-49E27C184EEB}" type="presOf" srcId="{DFD7BDE1-58CF-4F23-A775-A4D878033503}" destId="{2BFC0320-4A01-40E7-B7D1-E503F1BEE508}" srcOrd="0" destOrd="0" presId="urn:microsoft.com/office/officeart/2005/8/layout/chevron1"/>
    <dgm:cxn modelId="{A64755CA-26F5-4B93-9B27-028124EC2D53}" srcId="{DFD7BDE1-58CF-4F23-A775-A4D878033503}" destId="{77E20074-493F-4F9E-BF2D-A80B219C5DE4}" srcOrd="4" destOrd="0" parTransId="{FACD4B1A-EADE-429B-919E-A59DF918931F}" sibTransId="{91CED7B6-48E4-463E-B6E2-4D6D2D5C66E4}"/>
    <dgm:cxn modelId="{6A16E6D0-7D73-461A-A8C3-F8A8CDC41AA8}" srcId="{DFD7BDE1-58CF-4F23-A775-A4D878033503}" destId="{D8935579-0307-4C67-9819-661756B54B38}" srcOrd="5" destOrd="0" parTransId="{9AB14174-CDBF-4516-B8DA-63E14154EA49}" sibTransId="{74D7A4A3-2104-42BD-9B84-1206FFA7DC4D}"/>
    <dgm:cxn modelId="{403401D2-E408-49EB-A003-5DF8F022187E}" srcId="{DFD7BDE1-58CF-4F23-A775-A4D878033503}" destId="{94D491A3-A342-4E97-AB7B-45374A38F679}" srcOrd="0" destOrd="0" parTransId="{5CC361DF-EADD-4107-9B31-856E2DE21E38}" sibTransId="{653DC788-2E95-4942-BB9C-4DC9FE652CD5}"/>
    <dgm:cxn modelId="{A01780D8-CFEC-4506-A270-6A45CD5B0720}" srcId="{DFD7BDE1-58CF-4F23-A775-A4D878033503}" destId="{47376DD6-802F-4BB5-8C9D-BCE74AE1978C}" srcOrd="2" destOrd="0" parTransId="{845C7DA5-1B9C-4703-8097-60DB8C1B73F3}" sibTransId="{B422843B-8933-42BA-8C0C-BFECFB3A098A}"/>
    <dgm:cxn modelId="{E4B9D5D9-3CEC-4D32-AE6D-773F67E69BFB}" type="presOf" srcId="{77E20074-493F-4F9E-BF2D-A80B219C5DE4}" destId="{D5152314-2E45-4012-B9C4-DAE0A5C78CA9}" srcOrd="0" destOrd="0" presId="urn:microsoft.com/office/officeart/2005/8/layout/chevron1"/>
    <dgm:cxn modelId="{39DEDEF1-3CA4-4EED-92B3-3C547A761F36}" type="presOf" srcId="{D8935579-0307-4C67-9819-661756B54B38}" destId="{B002CD02-85D3-4743-8BBD-C98FC49A7F30}" srcOrd="0" destOrd="0" presId="urn:microsoft.com/office/officeart/2005/8/layout/chevron1"/>
    <dgm:cxn modelId="{729B92DA-6A45-421F-8022-E4EE0AA27A31}" type="presParOf" srcId="{2BFC0320-4A01-40E7-B7D1-E503F1BEE508}" destId="{12D495AB-0663-4A48-9746-C879D9BDE8DC}" srcOrd="0" destOrd="0" presId="urn:microsoft.com/office/officeart/2005/8/layout/chevron1"/>
    <dgm:cxn modelId="{386A12C3-92CE-48B6-8BDA-3E4BB9DC6426}" type="presParOf" srcId="{2BFC0320-4A01-40E7-B7D1-E503F1BEE508}" destId="{B7EAD49F-AE9F-4307-8585-BF643ED1E7F5}" srcOrd="1" destOrd="0" presId="urn:microsoft.com/office/officeart/2005/8/layout/chevron1"/>
    <dgm:cxn modelId="{6ECBC8E4-9C3E-4913-AF25-DEE759571EDA}" type="presParOf" srcId="{2BFC0320-4A01-40E7-B7D1-E503F1BEE508}" destId="{41CD7CBD-95F3-4A49-B52F-8AA83BF02E9C}" srcOrd="2" destOrd="0" presId="urn:microsoft.com/office/officeart/2005/8/layout/chevron1"/>
    <dgm:cxn modelId="{C7757791-9272-4C30-B812-D7248298F9B6}" type="presParOf" srcId="{2BFC0320-4A01-40E7-B7D1-E503F1BEE508}" destId="{0ABE283D-AC0F-4DA3-87C2-D9772BEEF082}" srcOrd="3" destOrd="0" presId="urn:microsoft.com/office/officeart/2005/8/layout/chevron1"/>
    <dgm:cxn modelId="{7487369A-9318-4B52-8647-F8D938E6F3F6}" type="presParOf" srcId="{2BFC0320-4A01-40E7-B7D1-E503F1BEE508}" destId="{1688799B-E93E-4217-B578-92ABE3C4631F}" srcOrd="4" destOrd="0" presId="urn:microsoft.com/office/officeart/2005/8/layout/chevron1"/>
    <dgm:cxn modelId="{4A77FFB8-0313-4FC1-9C54-D432814D0949}" type="presParOf" srcId="{2BFC0320-4A01-40E7-B7D1-E503F1BEE508}" destId="{4141DADB-01ED-4C22-8C9D-835A119EE5F2}" srcOrd="5" destOrd="0" presId="urn:microsoft.com/office/officeart/2005/8/layout/chevron1"/>
    <dgm:cxn modelId="{C76A252F-FCB4-4FA5-9F36-783201D9F6AA}" type="presParOf" srcId="{2BFC0320-4A01-40E7-B7D1-E503F1BEE508}" destId="{103B5B97-F765-4B2A-A801-AF24C48F75B6}" srcOrd="6" destOrd="0" presId="urn:microsoft.com/office/officeart/2005/8/layout/chevron1"/>
    <dgm:cxn modelId="{399D84A3-C01D-4D3D-92CA-86C48B07E910}" type="presParOf" srcId="{2BFC0320-4A01-40E7-B7D1-E503F1BEE508}" destId="{C3DA83EF-44D8-4390-94C8-99E2026E4DB7}" srcOrd="7" destOrd="0" presId="urn:microsoft.com/office/officeart/2005/8/layout/chevron1"/>
    <dgm:cxn modelId="{2F413CCA-C578-46F5-90D3-FEAEE5BD75DA}" type="presParOf" srcId="{2BFC0320-4A01-40E7-B7D1-E503F1BEE508}" destId="{D5152314-2E45-4012-B9C4-DAE0A5C78CA9}" srcOrd="8" destOrd="0" presId="urn:microsoft.com/office/officeart/2005/8/layout/chevron1"/>
    <dgm:cxn modelId="{C6DBA3D1-1EE3-4432-8ED8-16DCC041C38C}" type="presParOf" srcId="{2BFC0320-4A01-40E7-B7D1-E503F1BEE508}" destId="{0EA5E573-F897-45F5-AB52-FE1271D698C5}" srcOrd="9" destOrd="0" presId="urn:microsoft.com/office/officeart/2005/8/layout/chevron1"/>
    <dgm:cxn modelId="{365728C3-12B7-4D27-A9AB-48297F708C17}" type="presParOf" srcId="{2BFC0320-4A01-40E7-B7D1-E503F1BEE508}" destId="{B002CD02-85D3-4743-8BBD-C98FC49A7F30}"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FD7BDE1-58CF-4F23-A775-A4D878033503}" type="doc">
      <dgm:prSet loTypeId="urn:microsoft.com/office/officeart/2005/8/layout/chevron1" loCatId="process" qsTypeId="urn:microsoft.com/office/officeart/2005/8/quickstyle/simple1" qsCatId="simple" csTypeId="urn:microsoft.com/office/officeart/2005/8/colors/colorful2" csCatId="colorful" phldr="1"/>
      <dgm:spPr/>
    </dgm:pt>
    <dgm:pt modelId="{94D491A3-A342-4E97-AB7B-45374A38F679}">
      <dgm:prSet phldrT="[Text]" phldr="0"/>
      <dgm:spPr/>
      <dgm:t>
        <a:bodyPr/>
        <a:lstStyle/>
        <a:p>
          <a:pPr rtl="0"/>
          <a:r>
            <a:rPr lang="en-US" dirty="0">
              <a:latin typeface="Open Sans SemiBold"/>
            </a:rPr>
            <a:t>Pre-process data</a:t>
          </a:r>
          <a:endParaRPr lang="en-US" dirty="0"/>
        </a:p>
      </dgm:t>
    </dgm:pt>
    <dgm:pt modelId="{5CC361DF-EADD-4107-9B31-856E2DE21E38}" type="parTrans" cxnId="{403401D2-E408-49EB-A003-5DF8F022187E}">
      <dgm:prSet/>
      <dgm:spPr/>
    </dgm:pt>
    <dgm:pt modelId="{653DC788-2E95-4942-BB9C-4DC9FE652CD5}" type="sibTrans" cxnId="{403401D2-E408-49EB-A003-5DF8F022187E}">
      <dgm:prSet/>
      <dgm:spPr/>
      <dgm:t>
        <a:bodyPr/>
        <a:lstStyle/>
        <a:p>
          <a:endParaRPr lang="en-US"/>
        </a:p>
      </dgm:t>
    </dgm:pt>
    <dgm:pt modelId="{6C816680-C3E5-4E61-8E6A-236F01BC7F3E}">
      <dgm:prSet phldrT="[Text]" phldr="0"/>
      <dgm:spPr/>
      <dgm:t>
        <a:bodyPr/>
        <a:lstStyle/>
        <a:p>
          <a:pPr rtl="0"/>
          <a:r>
            <a:rPr lang="en-US" dirty="0">
              <a:latin typeface="Open Sans SemiBold"/>
            </a:rPr>
            <a:t>Define network</a:t>
          </a:r>
          <a:endParaRPr lang="en-US" dirty="0"/>
        </a:p>
      </dgm:t>
    </dgm:pt>
    <dgm:pt modelId="{3745AE2C-7CC8-41B8-B9DA-6D1A4AE99A88}" type="parTrans" cxnId="{33BC2A2C-B55A-440E-B45B-D4FAF1E5F270}">
      <dgm:prSet/>
      <dgm:spPr/>
    </dgm:pt>
    <dgm:pt modelId="{ECF73052-AADC-46B1-9FC9-7CEB98C4BB2C}" type="sibTrans" cxnId="{33BC2A2C-B55A-440E-B45B-D4FAF1E5F270}">
      <dgm:prSet/>
      <dgm:spPr/>
      <dgm:t>
        <a:bodyPr/>
        <a:lstStyle/>
        <a:p>
          <a:endParaRPr lang="en-US"/>
        </a:p>
      </dgm:t>
    </dgm:pt>
    <dgm:pt modelId="{47376DD6-802F-4BB5-8C9D-BCE74AE1978C}">
      <dgm:prSet phldrT="[Text]" phldr="0"/>
      <dgm:spPr/>
      <dgm:t>
        <a:bodyPr/>
        <a:lstStyle/>
        <a:p>
          <a:pPr rtl="0"/>
          <a:r>
            <a:rPr lang="en-US" dirty="0">
              <a:latin typeface="Open Sans SemiBold"/>
            </a:rPr>
            <a:t> Define loss function</a:t>
          </a:r>
          <a:endParaRPr lang="en-US" dirty="0"/>
        </a:p>
      </dgm:t>
    </dgm:pt>
    <dgm:pt modelId="{845C7DA5-1B9C-4703-8097-60DB8C1B73F3}" type="parTrans" cxnId="{A01780D8-CFEC-4506-A270-6A45CD5B0720}">
      <dgm:prSet/>
      <dgm:spPr/>
    </dgm:pt>
    <dgm:pt modelId="{B422843B-8933-42BA-8C0C-BFECFB3A098A}" type="sibTrans" cxnId="{A01780D8-CFEC-4506-A270-6A45CD5B0720}">
      <dgm:prSet/>
      <dgm:spPr/>
      <dgm:t>
        <a:bodyPr/>
        <a:lstStyle/>
        <a:p>
          <a:endParaRPr lang="en-US"/>
        </a:p>
      </dgm:t>
    </dgm:pt>
    <dgm:pt modelId="{A4DDCA11-1EE5-453A-8C93-CC441975963E}">
      <dgm:prSet phldr="0"/>
      <dgm:spPr/>
      <dgm:t>
        <a:bodyPr/>
        <a:lstStyle/>
        <a:p>
          <a:pPr rtl="0"/>
          <a:r>
            <a:rPr lang="en-US" dirty="0">
              <a:latin typeface="Open Sans SemiBold"/>
            </a:rPr>
            <a:t> Define optimizer </a:t>
          </a:r>
        </a:p>
      </dgm:t>
    </dgm:pt>
    <dgm:pt modelId="{CCF704E1-5723-444F-B1C7-B44F468A0CD1}" type="parTrans" cxnId="{6B20EB70-3F61-4A6C-A542-90E995F9E163}">
      <dgm:prSet/>
      <dgm:spPr/>
    </dgm:pt>
    <dgm:pt modelId="{E8161659-9467-4F7D-8210-0636EFB6576B}" type="sibTrans" cxnId="{6B20EB70-3F61-4A6C-A542-90E995F9E163}">
      <dgm:prSet/>
      <dgm:spPr/>
      <dgm:t>
        <a:bodyPr/>
        <a:lstStyle/>
        <a:p>
          <a:endParaRPr lang="en-US"/>
        </a:p>
      </dgm:t>
    </dgm:pt>
    <dgm:pt modelId="{77E20074-493F-4F9E-BF2D-A80B219C5DE4}">
      <dgm:prSet phldr="0"/>
      <dgm:spPr/>
      <dgm:t>
        <a:bodyPr/>
        <a:lstStyle/>
        <a:p>
          <a:pPr rtl="0"/>
          <a:r>
            <a:rPr lang="en-US" dirty="0">
              <a:latin typeface="Open Sans SemiBold"/>
            </a:rPr>
            <a:t> Training model</a:t>
          </a:r>
        </a:p>
      </dgm:t>
    </dgm:pt>
    <dgm:pt modelId="{FACD4B1A-EADE-429B-919E-A59DF918931F}" type="parTrans" cxnId="{A64755CA-26F5-4B93-9B27-028124EC2D53}">
      <dgm:prSet/>
      <dgm:spPr/>
    </dgm:pt>
    <dgm:pt modelId="{91CED7B6-48E4-463E-B6E2-4D6D2D5C66E4}" type="sibTrans" cxnId="{A64755CA-26F5-4B93-9B27-028124EC2D53}">
      <dgm:prSet/>
      <dgm:spPr/>
      <dgm:t>
        <a:bodyPr/>
        <a:lstStyle/>
        <a:p>
          <a:endParaRPr lang="en-US"/>
        </a:p>
      </dgm:t>
    </dgm:pt>
    <dgm:pt modelId="{D8935579-0307-4C67-9819-661756B54B38}">
      <dgm:prSet phldr="0"/>
      <dgm:spPr/>
      <dgm:t>
        <a:bodyPr/>
        <a:lstStyle/>
        <a:p>
          <a:pPr rtl="0"/>
          <a:r>
            <a:rPr lang="en-US" dirty="0">
              <a:latin typeface="Open Sans SemiBold"/>
            </a:rPr>
            <a:t> Validation and Testing</a:t>
          </a:r>
        </a:p>
      </dgm:t>
    </dgm:pt>
    <dgm:pt modelId="{9AB14174-CDBF-4516-B8DA-63E14154EA49}" type="parTrans" cxnId="{6A16E6D0-7D73-461A-A8C3-F8A8CDC41AA8}">
      <dgm:prSet/>
      <dgm:spPr/>
    </dgm:pt>
    <dgm:pt modelId="{74D7A4A3-2104-42BD-9B84-1206FFA7DC4D}" type="sibTrans" cxnId="{6A16E6D0-7D73-461A-A8C3-F8A8CDC41AA8}">
      <dgm:prSet/>
      <dgm:spPr/>
    </dgm:pt>
    <dgm:pt modelId="{2BFC0320-4A01-40E7-B7D1-E503F1BEE508}" type="pres">
      <dgm:prSet presAssocID="{DFD7BDE1-58CF-4F23-A775-A4D878033503}" presName="Name0" presStyleCnt="0">
        <dgm:presLayoutVars>
          <dgm:dir/>
          <dgm:animLvl val="lvl"/>
          <dgm:resizeHandles val="exact"/>
        </dgm:presLayoutVars>
      </dgm:prSet>
      <dgm:spPr/>
    </dgm:pt>
    <dgm:pt modelId="{12D495AB-0663-4A48-9746-C879D9BDE8DC}" type="pres">
      <dgm:prSet presAssocID="{94D491A3-A342-4E97-AB7B-45374A38F679}" presName="parTxOnly" presStyleLbl="node1" presStyleIdx="0" presStyleCnt="6">
        <dgm:presLayoutVars>
          <dgm:chMax val="0"/>
          <dgm:chPref val="0"/>
          <dgm:bulletEnabled val="1"/>
        </dgm:presLayoutVars>
      </dgm:prSet>
      <dgm:spPr/>
    </dgm:pt>
    <dgm:pt modelId="{B7EAD49F-AE9F-4307-8585-BF643ED1E7F5}" type="pres">
      <dgm:prSet presAssocID="{653DC788-2E95-4942-BB9C-4DC9FE652CD5}" presName="parTxOnlySpace" presStyleCnt="0"/>
      <dgm:spPr/>
    </dgm:pt>
    <dgm:pt modelId="{41CD7CBD-95F3-4A49-B52F-8AA83BF02E9C}" type="pres">
      <dgm:prSet presAssocID="{6C816680-C3E5-4E61-8E6A-236F01BC7F3E}" presName="parTxOnly" presStyleLbl="node1" presStyleIdx="1" presStyleCnt="6">
        <dgm:presLayoutVars>
          <dgm:chMax val="0"/>
          <dgm:chPref val="0"/>
          <dgm:bulletEnabled val="1"/>
        </dgm:presLayoutVars>
      </dgm:prSet>
      <dgm:spPr/>
    </dgm:pt>
    <dgm:pt modelId="{0ABE283D-AC0F-4DA3-87C2-D9772BEEF082}" type="pres">
      <dgm:prSet presAssocID="{ECF73052-AADC-46B1-9FC9-7CEB98C4BB2C}" presName="parTxOnlySpace" presStyleCnt="0"/>
      <dgm:spPr/>
    </dgm:pt>
    <dgm:pt modelId="{1688799B-E93E-4217-B578-92ABE3C4631F}" type="pres">
      <dgm:prSet presAssocID="{47376DD6-802F-4BB5-8C9D-BCE74AE1978C}" presName="parTxOnly" presStyleLbl="node1" presStyleIdx="2" presStyleCnt="6">
        <dgm:presLayoutVars>
          <dgm:chMax val="0"/>
          <dgm:chPref val="0"/>
          <dgm:bulletEnabled val="1"/>
        </dgm:presLayoutVars>
      </dgm:prSet>
      <dgm:spPr/>
    </dgm:pt>
    <dgm:pt modelId="{4141DADB-01ED-4C22-8C9D-835A119EE5F2}" type="pres">
      <dgm:prSet presAssocID="{B422843B-8933-42BA-8C0C-BFECFB3A098A}" presName="parTxOnlySpace" presStyleCnt="0"/>
      <dgm:spPr/>
    </dgm:pt>
    <dgm:pt modelId="{103B5B97-F765-4B2A-A801-AF24C48F75B6}" type="pres">
      <dgm:prSet presAssocID="{A4DDCA11-1EE5-453A-8C93-CC441975963E}" presName="parTxOnly" presStyleLbl="node1" presStyleIdx="3" presStyleCnt="6">
        <dgm:presLayoutVars>
          <dgm:chMax val="0"/>
          <dgm:chPref val="0"/>
          <dgm:bulletEnabled val="1"/>
        </dgm:presLayoutVars>
      </dgm:prSet>
      <dgm:spPr/>
    </dgm:pt>
    <dgm:pt modelId="{C3DA83EF-44D8-4390-94C8-99E2026E4DB7}" type="pres">
      <dgm:prSet presAssocID="{E8161659-9467-4F7D-8210-0636EFB6576B}" presName="parTxOnlySpace" presStyleCnt="0"/>
      <dgm:spPr/>
    </dgm:pt>
    <dgm:pt modelId="{D5152314-2E45-4012-B9C4-DAE0A5C78CA9}" type="pres">
      <dgm:prSet presAssocID="{77E20074-493F-4F9E-BF2D-A80B219C5DE4}" presName="parTxOnly" presStyleLbl="node1" presStyleIdx="4" presStyleCnt="6">
        <dgm:presLayoutVars>
          <dgm:chMax val="0"/>
          <dgm:chPref val="0"/>
          <dgm:bulletEnabled val="1"/>
        </dgm:presLayoutVars>
      </dgm:prSet>
      <dgm:spPr/>
    </dgm:pt>
    <dgm:pt modelId="{0EA5E573-F897-45F5-AB52-FE1271D698C5}" type="pres">
      <dgm:prSet presAssocID="{91CED7B6-48E4-463E-B6E2-4D6D2D5C66E4}" presName="parTxOnlySpace" presStyleCnt="0"/>
      <dgm:spPr/>
    </dgm:pt>
    <dgm:pt modelId="{B002CD02-85D3-4743-8BBD-C98FC49A7F30}" type="pres">
      <dgm:prSet presAssocID="{D8935579-0307-4C67-9819-661756B54B38}" presName="parTxOnly" presStyleLbl="node1" presStyleIdx="5" presStyleCnt="6">
        <dgm:presLayoutVars>
          <dgm:chMax val="0"/>
          <dgm:chPref val="0"/>
          <dgm:bulletEnabled val="1"/>
        </dgm:presLayoutVars>
      </dgm:prSet>
      <dgm:spPr/>
    </dgm:pt>
  </dgm:ptLst>
  <dgm:cxnLst>
    <dgm:cxn modelId="{33BC2A2C-B55A-440E-B45B-D4FAF1E5F270}" srcId="{DFD7BDE1-58CF-4F23-A775-A4D878033503}" destId="{6C816680-C3E5-4E61-8E6A-236F01BC7F3E}" srcOrd="1" destOrd="0" parTransId="{3745AE2C-7CC8-41B8-B9DA-6D1A4AE99A88}" sibTransId="{ECF73052-AADC-46B1-9FC9-7CEB98C4BB2C}"/>
    <dgm:cxn modelId="{4E45146F-9BA2-4271-A4E9-758EA6242F86}" type="presOf" srcId="{A4DDCA11-1EE5-453A-8C93-CC441975963E}" destId="{103B5B97-F765-4B2A-A801-AF24C48F75B6}" srcOrd="0" destOrd="0" presId="urn:microsoft.com/office/officeart/2005/8/layout/chevron1"/>
    <dgm:cxn modelId="{6B20EB70-3F61-4A6C-A542-90E995F9E163}" srcId="{DFD7BDE1-58CF-4F23-A775-A4D878033503}" destId="{A4DDCA11-1EE5-453A-8C93-CC441975963E}" srcOrd="3" destOrd="0" parTransId="{CCF704E1-5723-444F-B1C7-B44F468A0CD1}" sibTransId="{E8161659-9467-4F7D-8210-0636EFB6576B}"/>
    <dgm:cxn modelId="{7E865152-83D2-420E-860D-F5190663AA2F}" type="presOf" srcId="{47376DD6-802F-4BB5-8C9D-BCE74AE1978C}" destId="{1688799B-E93E-4217-B578-92ABE3C4631F}" srcOrd="0" destOrd="0" presId="urn:microsoft.com/office/officeart/2005/8/layout/chevron1"/>
    <dgm:cxn modelId="{1252F876-C89C-4D05-9CB4-18E5E7CF639A}" type="presOf" srcId="{6C816680-C3E5-4E61-8E6A-236F01BC7F3E}" destId="{41CD7CBD-95F3-4A49-B52F-8AA83BF02E9C}" srcOrd="0" destOrd="0" presId="urn:microsoft.com/office/officeart/2005/8/layout/chevron1"/>
    <dgm:cxn modelId="{A26BFF7D-0A1F-4CF5-87BC-2423AB4232B6}" type="presOf" srcId="{94D491A3-A342-4E97-AB7B-45374A38F679}" destId="{12D495AB-0663-4A48-9746-C879D9BDE8DC}" srcOrd="0" destOrd="0" presId="urn:microsoft.com/office/officeart/2005/8/layout/chevron1"/>
    <dgm:cxn modelId="{2FB98D7F-4BDD-4D36-9B8A-49E27C184EEB}" type="presOf" srcId="{DFD7BDE1-58CF-4F23-A775-A4D878033503}" destId="{2BFC0320-4A01-40E7-B7D1-E503F1BEE508}" srcOrd="0" destOrd="0" presId="urn:microsoft.com/office/officeart/2005/8/layout/chevron1"/>
    <dgm:cxn modelId="{A64755CA-26F5-4B93-9B27-028124EC2D53}" srcId="{DFD7BDE1-58CF-4F23-A775-A4D878033503}" destId="{77E20074-493F-4F9E-BF2D-A80B219C5DE4}" srcOrd="4" destOrd="0" parTransId="{FACD4B1A-EADE-429B-919E-A59DF918931F}" sibTransId="{91CED7B6-48E4-463E-B6E2-4D6D2D5C66E4}"/>
    <dgm:cxn modelId="{6A16E6D0-7D73-461A-A8C3-F8A8CDC41AA8}" srcId="{DFD7BDE1-58CF-4F23-A775-A4D878033503}" destId="{D8935579-0307-4C67-9819-661756B54B38}" srcOrd="5" destOrd="0" parTransId="{9AB14174-CDBF-4516-B8DA-63E14154EA49}" sibTransId="{74D7A4A3-2104-42BD-9B84-1206FFA7DC4D}"/>
    <dgm:cxn modelId="{403401D2-E408-49EB-A003-5DF8F022187E}" srcId="{DFD7BDE1-58CF-4F23-A775-A4D878033503}" destId="{94D491A3-A342-4E97-AB7B-45374A38F679}" srcOrd="0" destOrd="0" parTransId="{5CC361DF-EADD-4107-9B31-856E2DE21E38}" sibTransId="{653DC788-2E95-4942-BB9C-4DC9FE652CD5}"/>
    <dgm:cxn modelId="{A01780D8-CFEC-4506-A270-6A45CD5B0720}" srcId="{DFD7BDE1-58CF-4F23-A775-A4D878033503}" destId="{47376DD6-802F-4BB5-8C9D-BCE74AE1978C}" srcOrd="2" destOrd="0" parTransId="{845C7DA5-1B9C-4703-8097-60DB8C1B73F3}" sibTransId="{B422843B-8933-42BA-8C0C-BFECFB3A098A}"/>
    <dgm:cxn modelId="{E4B9D5D9-3CEC-4D32-AE6D-773F67E69BFB}" type="presOf" srcId="{77E20074-493F-4F9E-BF2D-A80B219C5DE4}" destId="{D5152314-2E45-4012-B9C4-DAE0A5C78CA9}" srcOrd="0" destOrd="0" presId="urn:microsoft.com/office/officeart/2005/8/layout/chevron1"/>
    <dgm:cxn modelId="{39DEDEF1-3CA4-4EED-92B3-3C547A761F36}" type="presOf" srcId="{D8935579-0307-4C67-9819-661756B54B38}" destId="{B002CD02-85D3-4743-8BBD-C98FC49A7F30}" srcOrd="0" destOrd="0" presId="urn:microsoft.com/office/officeart/2005/8/layout/chevron1"/>
    <dgm:cxn modelId="{729B92DA-6A45-421F-8022-E4EE0AA27A31}" type="presParOf" srcId="{2BFC0320-4A01-40E7-B7D1-E503F1BEE508}" destId="{12D495AB-0663-4A48-9746-C879D9BDE8DC}" srcOrd="0" destOrd="0" presId="urn:microsoft.com/office/officeart/2005/8/layout/chevron1"/>
    <dgm:cxn modelId="{386A12C3-92CE-48B6-8BDA-3E4BB9DC6426}" type="presParOf" srcId="{2BFC0320-4A01-40E7-B7D1-E503F1BEE508}" destId="{B7EAD49F-AE9F-4307-8585-BF643ED1E7F5}" srcOrd="1" destOrd="0" presId="urn:microsoft.com/office/officeart/2005/8/layout/chevron1"/>
    <dgm:cxn modelId="{6ECBC8E4-9C3E-4913-AF25-DEE759571EDA}" type="presParOf" srcId="{2BFC0320-4A01-40E7-B7D1-E503F1BEE508}" destId="{41CD7CBD-95F3-4A49-B52F-8AA83BF02E9C}" srcOrd="2" destOrd="0" presId="urn:microsoft.com/office/officeart/2005/8/layout/chevron1"/>
    <dgm:cxn modelId="{C7757791-9272-4C30-B812-D7248298F9B6}" type="presParOf" srcId="{2BFC0320-4A01-40E7-B7D1-E503F1BEE508}" destId="{0ABE283D-AC0F-4DA3-87C2-D9772BEEF082}" srcOrd="3" destOrd="0" presId="urn:microsoft.com/office/officeart/2005/8/layout/chevron1"/>
    <dgm:cxn modelId="{7487369A-9318-4B52-8647-F8D938E6F3F6}" type="presParOf" srcId="{2BFC0320-4A01-40E7-B7D1-E503F1BEE508}" destId="{1688799B-E93E-4217-B578-92ABE3C4631F}" srcOrd="4" destOrd="0" presId="urn:microsoft.com/office/officeart/2005/8/layout/chevron1"/>
    <dgm:cxn modelId="{4A77FFB8-0313-4FC1-9C54-D432814D0949}" type="presParOf" srcId="{2BFC0320-4A01-40E7-B7D1-E503F1BEE508}" destId="{4141DADB-01ED-4C22-8C9D-835A119EE5F2}" srcOrd="5" destOrd="0" presId="urn:microsoft.com/office/officeart/2005/8/layout/chevron1"/>
    <dgm:cxn modelId="{C76A252F-FCB4-4FA5-9F36-783201D9F6AA}" type="presParOf" srcId="{2BFC0320-4A01-40E7-B7D1-E503F1BEE508}" destId="{103B5B97-F765-4B2A-A801-AF24C48F75B6}" srcOrd="6" destOrd="0" presId="urn:microsoft.com/office/officeart/2005/8/layout/chevron1"/>
    <dgm:cxn modelId="{399D84A3-C01D-4D3D-92CA-86C48B07E910}" type="presParOf" srcId="{2BFC0320-4A01-40E7-B7D1-E503F1BEE508}" destId="{C3DA83EF-44D8-4390-94C8-99E2026E4DB7}" srcOrd="7" destOrd="0" presId="urn:microsoft.com/office/officeart/2005/8/layout/chevron1"/>
    <dgm:cxn modelId="{2F413CCA-C578-46F5-90D3-FEAEE5BD75DA}" type="presParOf" srcId="{2BFC0320-4A01-40E7-B7D1-E503F1BEE508}" destId="{D5152314-2E45-4012-B9C4-DAE0A5C78CA9}" srcOrd="8" destOrd="0" presId="urn:microsoft.com/office/officeart/2005/8/layout/chevron1"/>
    <dgm:cxn modelId="{C6DBA3D1-1EE3-4432-8ED8-16DCC041C38C}" type="presParOf" srcId="{2BFC0320-4A01-40E7-B7D1-E503F1BEE508}" destId="{0EA5E573-F897-45F5-AB52-FE1271D698C5}" srcOrd="9" destOrd="0" presId="urn:microsoft.com/office/officeart/2005/8/layout/chevron1"/>
    <dgm:cxn modelId="{365728C3-12B7-4D27-A9AB-48297F708C17}" type="presParOf" srcId="{2BFC0320-4A01-40E7-B7D1-E503F1BEE508}" destId="{B002CD02-85D3-4743-8BBD-C98FC49A7F30}"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FD7BDE1-58CF-4F23-A775-A4D878033503}" type="doc">
      <dgm:prSet loTypeId="urn:microsoft.com/office/officeart/2005/8/layout/chevron1" loCatId="process" qsTypeId="urn:microsoft.com/office/officeart/2005/8/quickstyle/simple1" qsCatId="simple" csTypeId="urn:microsoft.com/office/officeart/2005/8/colors/colorful2" csCatId="colorful" phldr="1"/>
      <dgm:spPr/>
    </dgm:pt>
    <dgm:pt modelId="{94D491A3-A342-4E97-AB7B-45374A38F679}">
      <dgm:prSet phldrT="[Text]" phldr="0"/>
      <dgm:spPr/>
      <dgm:t>
        <a:bodyPr/>
        <a:lstStyle/>
        <a:p>
          <a:pPr rtl="0"/>
          <a:r>
            <a:rPr lang="en-US" dirty="0">
              <a:latin typeface="Open Sans SemiBold"/>
            </a:rPr>
            <a:t>Pre-process data</a:t>
          </a:r>
          <a:endParaRPr lang="en-US" dirty="0"/>
        </a:p>
      </dgm:t>
    </dgm:pt>
    <dgm:pt modelId="{5CC361DF-EADD-4107-9B31-856E2DE21E38}" type="parTrans" cxnId="{403401D2-E408-49EB-A003-5DF8F022187E}">
      <dgm:prSet/>
      <dgm:spPr/>
    </dgm:pt>
    <dgm:pt modelId="{653DC788-2E95-4942-BB9C-4DC9FE652CD5}" type="sibTrans" cxnId="{403401D2-E408-49EB-A003-5DF8F022187E}">
      <dgm:prSet/>
      <dgm:spPr/>
      <dgm:t>
        <a:bodyPr/>
        <a:lstStyle/>
        <a:p>
          <a:endParaRPr lang="en-US"/>
        </a:p>
      </dgm:t>
    </dgm:pt>
    <dgm:pt modelId="{6C816680-C3E5-4E61-8E6A-236F01BC7F3E}">
      <dgm:prSet phldrT="[Text]" phldr="0"/>
      <dgm:spPr/>
      <dgm:t>
        <a:bodyPr/>
        <a:lstStyle/>
        <a:p>
          <a:pPr rtl="0"/>
          <a:r>
            <a:rPr lang="en-US" dirty="0">
              <a:latin typeface="Open Sans SemiBold"/>
            </a:rPr>
            <a:t>Define network</a:t>
          </a:r>
          <a:endParaRPr lang="en-US" dirty="0"/>
        </a:p>
      </dgm:t>
    </dgm:pt>
    <dgm:pt modelId="{3745AE2C-7CC8-41B8-B9DA-6D1A4AE99A88}" type="parTrans" cxnId="{33BC2A2C-B55A-440E-B45B-D4FAF1E5F270}">
      <dgm:prSet/>
      <dgm:spPr/>
    </dgm:pt>
    <dgm:pt modelId="{ECF73052-AADC-46B1-9FC9-7CEB98C4BB2C}" type="sibTrans" cxnId="{33BC2A2C-B55A-440E-B45B-D4FAF1E5F270}">
      <dgm:prSet/>
      <dgm:spPr/>
      <dgm:t>
        <a:bodyPr/>
        <a:lstStyle/>
        <a:p>
          <a:endParaRPr lang="en-US"/>
        </a:p>
      </dgm:t>
    </dgm:pt>
    <dgm:pt modelId="{47376DD6-802F-4BB5-8C9D-BCE74AE1978C}">
      <dgm:prSet phldrT="[Text]" phldr="0"/>
      <dgm:spPr/>
      <dgm:t>
        <a:bodyPr/>
        <a:lstStyle/>
        <a:p>
          <a:pPr rtl="0"/>
          <a:r>
            <a:rPr lang="en-US" dirty="0">
              <a:latin typeface="Open Sans SemiBold"/>
            </a:rPr>
            <a:t> Define loss function</a:t>
          </a:r>
          <a:endParaRPr lang="en-US" dirty="0"/>
        </a:p>
      </dgm:t>
    </dgm:pt>
    <dgm:pt modelId="{845C7DA5-1B9C-4703-8097-60DB8C1B73F3}" type="parTrans" cxnId="{A01780D8-CFEC-4506-A270-6A45CD5B0720}">
      <dgm:prSet/>
      <dgm:spPr/>
    </dgm:pt>
    <dgm:pt modelId="{B422843B-8933-42BA-8C0C-BFECFB3A098A}" type="sibTrans" cxnId="{A01780D8-CFEC-4506-A270-6A45CD5B0720}">
      <dgm:prSet/>
      <dgm:spPr/>
      <dgm:t>
        <a:bodyPr/>
        <a:lstStyle/>
        <a:p>
          <a:endParaRPr lang="en-US"/>
        </a:p>
      </dgm:t>
    </dgm:pt>
    <dgm:pt modelId="{A4DDCA11-1EE5-453A-8C93-CC441975963E}">
      <dgm:prSet phldr="0"/>
      <dgm:spPr/>
      <dgm:t>
        <a:bodyPr/>
        <a:lstStyle/>
        <a:p>
          <a:pPr rtl="0"/>
          <a:r>
            <a:rPr lang="en-US" dirty="0">
              <a:latin typeface="Open Sans SemiBold"/>
            </a:rPr>
            <a:t> Define optimizer </a:t>
          </a:r>
        </a:p>
      </dgm:t>
    </dgm:pt>
    <dgm:pt modelId="{CCF704E1-5723-444F-B1C7-B44F468A0CD1}" type="parTrans" cxnId="{6B20EB70-3F61-4A6C-A542-90E995F9E163}">
      <dgm:prSet/>
      <dgm:spPr/>
    </dgm:pt>
    <dgm:pt modelId="{E8161659-9467-4F7D-8210-0636EFB6576B}" type="sibTrans" cxnId="{6B20EB70-3F61-4A6C-A542-90E995F9E163}">
      <dgm:prSet/>
      <dgm:spPr/>
      <dgm:t>
        <a:bodyPr/>
        <a:lstStyle/>
        <a:p>
          <a:endParaRPr lang="en-US"/>
        </a:p>
      </dgm:t>
    </dgm:pt>
    <dgm:pt modelId="{77E20074-493F-4F9E-BF2D-A80B219C5DE4}">
      <dgm:prSet phldr="0"/>
      <dgm:spPr/>
      <dgm:t>
        <a:bodyPr/>
        <a:lstStyle/>
        <a:p>
          <a:pPr rtl="0"/>
          <a:r>
            <a:rPr lang="en-US" dirty="0">
              <a:latin typeface="Open Sans SemiBold"/>
            </a:rPr>
            <a:t> Training model</a:t>
          </a:r>
        </a:p>
      </dgm:t>
    </dgm:pt>
    <dgm:pt modelId="{FACD4B1A-EADE-429B-919E-A59DF918931F}" type="parTrans" cxnId="{A64755CA-26F5-4B93-9B27-028124EC2D53}">
      <dgm:prSet/>
      <dgm:spPr/>
    </dgm:pt>
    <dgm:pt modelId="{91CED7B6-48E4-463E-B6E2-4D6D2D5C66E4}" type="sibTrans" cxnId="{A64755CA-26F5-4B93-9B27-028124EC2D53}">
      <dgm:prSet/>
      <dgm:spPr/>
      <dgm:t>
        <a:bodyPr/>
        <a:lstStyle/>
        <a:p>
          <a:endParaRPr lang="en-US"/>
        </a:p>
      </dgm:t>
    </dgm:pt>
    <dgm:pt modelId="{D8935579-0307-4C67-9819-661756B54B38}">
      <dgm:prSet phldr="0"/>
      <dgm:spPr/>
      <dgm:t>
        <a:bodyPr/>
        <a:lstStyle/>
        <a:p>
          <a:pPr rtl="0"/>
          <a:r>
            <a:rPr lang="en-US" dirty="0">
              <a:latin typeface="Open Sans SemiBold"/>
            </a:rPr>
            <a:t> Validation and Testing</a:t>
          </a:r>
        </a:p>
      </dgm:t>
    </dgm:pt>
    <dgm:pt modelId="{9AB14174-CDBF-4516-B8DA-63E14154EA49}" type="parTrans" cxnId="{6A16E6D0-7D73-461A-A8C3-F8A8CDC41AA8}">
      <dgm:prSet/>
      <dgm:spPr/>
    </dgm:pt>
    <dgm:pt modelId="{74D7A4A3-2104-42BD-9B84-1206FFA7DC4D}" type="sibTrans" cxnId="{6A16E6D0-7D73-461A-A8C3-F8A8CDC41AA8}">
      <dgm:prSet/>
      <dgm:spPr/>
    </dgm:pt>
    <dgm:pt modelId="{2BFC0320-4A01-40E7-B7D1-E503F1BEE508}" type="pres">
      <dgm:prSet presAssocID="{DFD7BDE1-58CF-4F23-A775-A4D878033503}" presName="Name0" presStyleCnt="0">
        <dgm:presLayoutVars>
          <dgm:dir/>
          <dgm:animLvl val="lvl"/>
          <dgm:resizeHandles val="exact"/>
        </dgm:presLayoutVars>
      </dgm:prSet>
      <dgm:spPr/>
    </dgm:pt>
    <dgm:pt modelId="{12D495AB-0663-4A48-9746-C879D9BDE8DC}" type="pres">
      <dgm:prSet presAssocID="{94D491A3-A342-4E97-AB7B-45374A38F679}" presName="parTxOnly" presStyleLbl="node1" presStyleIdx="0" presStyleCnt="6">
        <dgm:presLayoutVars>
          <dgm:chMax val="0"/>
          <dgm:chPref val="0"/>
          <dgm:bulletEnabled val="1"/>
        </dgm:presLayoutVars>
      </dgm:prSet>
      <dgm:spPr/>
    </dgm:pt>
    <dgm:pt modelId="{B7EAD49F-AE9F-4307-8585-BF643ED1E7F5}" type="pres">
      <dgm:prSet presAssocID="{653DC788-2E95-4942-BB9C-4DC9FE652CD5}" presName="parTxOnlySpace" presStyleCnt="0"/>
      <dgm:spPr/>
    </dgm:pt>
    <dgm:pt modelId="{41CD7CBD-95F3-4A49-B52F-8AA83BF02E9C}" type="pres">
      <dgm:prSet presAssocID="{6C816680-C3E5-4E61-8E6A-236F01BC7F3E}" presName="parTxOnly" presStyleLbl="node1" presStyleIdx="1" presStyleCnt="6">
        <dgm:presLayoutVars>
          <dgm:chMax val="0"/>
          <dgm:chPref val="0"/>
          <dgm:bulletEnabled val="1"/>
        </dgm:presLayoutVars>
      </dgm:prSet>
      <dgm:spPr/>
    </dgm:pt>
    <dgm:pt modelId="{0ABE283D-AC0F-4DA3-87C2-D9772BEEF082}" type="pres">
      <dgm:prSet presAssocID="{ECF73052-AADC-46B1-9FC9-7CEB98C4BB2C}" presName="parTxOnlySpace" presStyleCnt="0"/>
      <dgm:spPr/>
    </dgm:pt>
    <dgm:pt modelId="{1688799B-E93E-4217-B578-92ABE3C4631F}" type="pres">
      <dgm:prSet presAssocID="{47376DD6-802F-4BB5-8C9D-BCE74AE1978C}" presName="parTxOnly" presStyleLbl="node1" presStyleIdx="2" presStyleCnt="6">
        <dgm:presLayoutVars>
          <dgm:chMax val="0"/>
          <dgm:chPref val="0"/>
          <dgm:bulletEnabled val="1"/>
        </dgm:presLayoutVars>
      </dgm:prSet>
      <dgm:spPr/>
    </dgm:pt>
    <dgm:pt modelId="{4141DADB-01ED-4C22-8C9D-835A119EE5F2}" type="pres">
      <dgm:prSet presAssocID="{B422843B-8933-42BA-8C0C-BFECFB3A098A}" presName="parTxOnlySpace" presStyleCnt="0"/>
      <dgm:spPr/>
    </dgm:pt>
    <dgm:pt modelId="{103B5B97-F765-4B2A-A801-AF24C48F75B6}" type="pres">
      <dgm:prSet presAssocID="{A4DDCA11-1EE5-453A-8C93-CC441975963E}" presName="parTxOnly" presStyleLbl="node1" presStyleIdx="3" presStyleCnt="6">
        <dgm:presLayoutVars>
          <dgm:chMax val="0"/>
          <dgm:chPref val="0"/>
          <dgm:bulletEnabled val="1"/>
        </dgm:presLayoutVars>
      </dgm:prSet>
      <dgm:spPr/>
    </dgm:pt>
    <dgm:pt modelId="{C3DA83EF-44D8-4390-94C8-99E2026E4DB7}" type="pres">
      <dgm:prSet presAssocID="{E8161659-9467-4F7D-8210-0636EFB6576B}" presName="parTxOnlySpace" presStyleCnt="0"/>
      <dgm:spPr/>
    </dgm:pt>
    <dgm:pt modelId="{D5152314-2E45-4012-B9C4-DAE0A5C78CA9}" type="pres">
      <dgm:prSet presAssocID="{77E20074-493F-4F9E-BF2D-A80B219C5DE4}" presName="parTxOnly" presStyleLbl="node1" presStyleIdx="4" presStyleCnt="6">
        <dgm:presLayoutVars>
          <dgm:chMax val="0"/>
          <dgm:chPref val="0"/>
          <dgm:bulletEnabled val="1"/>
        </dgm:presLayoutVars>
      </dgm:prSet>
      <dgm:spPr/>
    </dgm:pt>
    <dgm:pt modelId="{0EA5E573-F897-45F5-AB52-FE1271D698C5}" type="pres">
      <dgm:prSet presAssocID="{91CED7B6-48E4-463E-B6E2-4D6D2D5C66E4}" presName="parTxOnlySpace" presStyleCnt="0"/>
      <dgm:spPr/>
    </dgm:pt>
    <dgm:pt modelId="{B002CD02-85D3-4743-8BBD-C98FC49A7F30}" type="pres">
      <dgm:prSet presAssocID="{D8935579-0307-4C67-9819-661756B54B38}" presName="parTxOnly" presStyleLbl="node1" presStyleIdx="5" presStyleCnt="6">
        <dgm:presLayoutVars>
          <dgm:chMax val="0"/>
          <dgm:chPref val="0"/>
          <dgm:bulletEnabled val="1"/>
        </dgm:presLayoutVars>
      </dgm:prSet>
      <dgm:spPr/>
    </dgm:pt>
  </dgm:ptLst>
  <dgm:cxnLst>
    <dgm:cxn modelId="{33BC2A2C-B55A-440E-B45B-D4FAF1E5F270}" srcId="{DFD7BDE1-58CF-4F23-A775-A4D878033503}" destId="{6C816680-C3E5-4E61-8E6A-236F01BC7F3E}" srcOrd="1" destOrd="0" parTransId="{3745AE2C-7CC8-41B8-B9DA-6D1A4AE99A88}" sibTransId="{ECF73052-AADC-46B1-9FC9-7CEB98C4BB2C}"/>
    <dgm:cxn modelId="{4E45146F-9BA2-4271-A4E9-758EA6242F86}" type="presOf" srcId="{A4DDCA11-1EE5-453A-8C93-CC441975963E}" destId="{103B5B97-F765-4B2A-A801-AF24C48F75B6}" srcOrd="0" destOrd="0" presId="urn:microsoft.com/office/officeart/2005/8/layout/chevron1"/>
    <dgm:cxn modelId="{6B20EB70-3F61-4A6C-A542-90E995F9E163}" srcId="{DFD7BDE1-58CF-4F23-A775-A4D878033503}" destId="{A4DDCA11-1EE5-453A-8C93-CC441975963E}" srcOrd="3" destOrd="0" parTransId="{CCF704E1-5723-444F-B1C7-B44F468A0CD1}" sibTransId="{E8161659-9467-4F7D-8210-0636EFB6576B}"/>
    <dgm:cxn modelId="{7E865152-83D2-420E-860D-F5190663AA2F}" type="presOf" srcId="{47376DD6-802F-4BB5-8C9D-BCE74AE1978C}" destId="{1688799B-E93E-4217-B578-92ABE3C4631F}" srcOrd="0" destOrd="0" presId="urn:microsoft.com/office/officeart/2005/8/layout/chevron1"/>
    <dgm:cxn modelId="{1252F876-C89C-4D05-9CB4-18E5E7CF639A}" type="presOf" srcId="{6C816680-C3E5-4E61-8E6A-236F01BC7F3E}" destId="{41CD7CBD-95F3-4A49-B52F-8AA83BF02E9C}" srcOrd="0" destOrd="0" presId="urn:microsoft.com/office/officeart/2005/8/layout/chevron1"/>
    <dgm:cxn modelId="{A26BFF7D-0A1F-4CF5-87BC-2423AB4232B6}" type="presOf" srcId="{94D491A3-A342-4E97-AB7B-45374A38F679}" destId="{12D495AB-0663-4A48-9746-C879D9BDE8DC}" srcOrd="0" destOrd="0" presId="urn:microsoft.com/office/officeart/2005/8/layout/chevron1"/>
    <dgm:cxn modelId="{2FB98D7F-4BDD-4D36-9B8A-49E27C184EEB}" type="presOf" srcId="{DFD7BDE1-58CF-4F23-A775-A4D878033503}" destId="{2BFC0320-4A01-40E7-B7D1-E503F1BEE508}" srcOrd="0" destOrd="0" presId="urn:microsoft.com/office/officeart/2005/8/layout/chevron1"/>
    <dgm:cxn modelId="{A64755CA-26F5-4B93-9B27-028124EC2D53}" srcId="{DFD7BDE1-58CF-4F23-A775-A4D878033503}" destId="{77E20074-493F-4F9E-BF2D-A80B219C5DE4}" srcOrd="4" destOrd="0" parTransId="{FACD4B1A-EADE-429B-919E-A59DF918931F}" sibTransId="{91CED7B6-48E4-463E-B6E2-4D6D2D5C66E4}"/>
    <dgm:cxn modelId="{6A16E6D0-7D73-461A-A8C3-F8A8CDC41AA8}" srcId="{DFD7BDE1-58CF-4F23-A775-A4D878033503}" destId="{D8935579-0307-4C67-9819-661756B54B38}" srcOrd="5" destOrd="0" parTransId="{9AB14174-CDBF-4516-B8DA-63E14154EA49}" sibTransId="{74D7A4A3-2104-42BD-9B84-1206FFA7DC4D}"/>
    <dgm:cxn modelId="{403401D2-E408-49EB-A003-5DF8F022187E}" srcId="{DFD7BDE1-58CF-4F23-A775-A4D878033503}" destId="{94D491A3-A342-4E97-AB7B-45374A38F679}" srcOrd="0" destOrd="0" parTransId="{5CC361DF-EADD-4107-9B31-856E2DE21E38}" sibTransId="{653DC788-2E95-4942-BB9C-4DC9FE652CD5}"/>
    <dgm:cxn modelId="{A01780D8-CFEC-4506-A270-6A45CD5B0720}" srcId="{DFD7BDE1-58CF-4F23-A775-A4D878033503}" destId="{47376DD6-802F-4BB5-8C9D-BCE74AE1978C}" srcOrd="2" destOrd="0" parTransId="{845C7DA5-1B9C-4703-8097-60DB8C1B73F3}" sibTransId="{B422843B-8933-42BA-8C0C-BFECFB3A098A}"/>
    <dgm:cxn modelId="{E4B9D5D9-3CEC-4D32-AE6D-773F67E69BFB}" type="presOf" srcId="{77E20074-493F-4F9E-BF2D-A80B219C5DE4}" destId="{D5152314-2E45-4012-B9C4-DAE0A5C78CA9}" srcOrd="0" destOrd="0" presId="urn:microsoft.com/office/officeart/2005/8/layout/chevron1"/>
    <dgm:cxn modelId="{39DEDEF1-3CA4-4EED-92B3-3C547A761F36}" type="presOf" srcId="{D8935579-0307-4C67-9819-661756B54B38}" destId="{B002CD02-85D3-4743-8BBD-C98FC49A7F30}" srcOrd="0" destOrd="0" presId="urn:microsoft.com/office/officeart/2005/8/layout/chevron1"/>
    <dgm:cxn modelId="{729B92DA-6A45-421F-8022-E4EE0AA27A31}" type="presParOf" srcId="{2BFC0320-4A01-40E7-B7D1-E503F1BEE508}" destId="{12D495AB-0663-4A48-9746-C879D9BDE8DC}" srcOrd="0" destOrd="0" presId="urn:microsoft.com/office/officeart/2005/8/layout/chevron1"/>
    <dgm:cxn modelId="{386A12C3-92CE-48B6-8BDA-3E4BB9DC6426}" type="presParOf" srcId="{2BFC0320-4A01-40E7-B7D1-E503F1BEE508}" destId="{B7EAD49F-AE9F-4307-8585-BF643ED1E7F5}" srcOrd="1" destOrd="0" presId="urn:microsoft.com/office/officeart/2005/8/layout/chevron1"/>
    <dgm:cxn modelId="{6ECBC8E4-9C3E-4913-AF25-DEE759571EDA}" type="presParOf" srcId="{2BFC0320-4A01-40E7-B7D1-E503F1BEE508}" destId="{41CD7CBD-95F3-4A49-B52F-8AA83BF02E9C}" srcOrd="2" destOrd="0" presId="urn:microsoft.com/office/officeart/2005/8/layout/chevron1"/>
    <dgm:cxn modelId="{C7757791-9272-4C30-B812-D7248298F9B6}" type="presParOf" srcId="{2BFC0320-4A01-40E7-B7D1-E503F1BEE508}" destId="{0ABE283D-AC0F-4DA3-87C2-D9772BEEF082}" srcOrd="3" destOrd="0" presId="urn:microsoft.com/office/officeart/2005/8/layout/chevron1"/>
    <dgm:cxn modelId="{7487369A-9318-4B52-8647-F8D938E6F3F6}" type="presParOf" srcId="{2BFC0320-4A01-40E7-B7D1-E503F1BEE508}" destId="{1688799B-E93E-4217-B578-92ABE3C4631F}" srcOrd="4" destOrd="0" presId="urn:microsoft.com/office/officeart/2005/8/layout/chevron1"/>
    <dgm:cxn modelId="{4A77FFB8-0313-4FC1-9C54-D432814D0949}" type="presParOf" srcId="{2BFC0320-4A01-40E7-B7D1-E503F1BEE508}" destId="{4141DADB-01ED-4C22-8C9D-835A119EE5F2}" srcOrd="5" destOrd="0" presId="urn:microsoft.com/office/officeart/2005/8/layout/chevron1"/>
    <dgm:cxn modelId="{C76A252F-FCB4-4FA5-9F36-783201D9F6AA}" type="presParOf" srcId="{2BFC0320-4A01-40E7-B7D1-E503F1BEE508}" destId="{103B5B97-F765-4B2A-A801-AF24C48F75B6}" srcOrd="6" destOrd="0" presId="urn:microsoft.com/office/officeart/2005/8/layout/chevron1"/>
    <dgm:cxn modelId="{399D84A3-C01D-4D3D-92CA-86C48B07E910}" type="presParOf" srcId="{2BFC0320-4A01-40E7-B7D1-E503F1BEE508}" destId="{C3DA83EF-44D8-4390-94C8-99E2026E4DB7}" srcOrd="7" destOrd="0" presId="urn:microsoft.com/office/officeart/2005/8/layout/chevron1"/>
    <dgm:cxn modelId="{2F413CCA-C578-46F5-90D3-FEAEE5BD75DA}" type="presParOf" srcId="{2BFC0320-4A01-40E7-B7D1-E503F1BEE508}" destId="{D5152314-2E45-4012-B9C4-DAE0A5C78CA9}" srcOrd="8" destOrd="0" presId="urn:microsoft.com/office/officeart/2005/8/layout/chevron1"/>
    <dgm:cxn modelId="{C6DBA3D1-1EE3-4432-8ED8-16DCC041C38C}" type="presParOf" srcId="{2BFC0320-4A01-40E7-B7D1-E503F1BEE508}" destId="{0EA5E573-F897-45F5-AB52-FE1271D698C5}" srcOrd="9" destOrd="0" presId="urn:microsoft.com/office/officeart/2005/8/layout/chevron1"/>
    <dgm:cxn modelId="{365728C3-12B7-4D27-A9AB-48297F708C17}" type="presParOf" srcId="{2BFC0320-4A01-40E7-B7D1-E503F1BEE508}" destId="{B002CD02-85D3-4743-8BBD-C98FC49A7F30}"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FD7BDE1-58CF-4F23-A775-A4D878033503}" type="doc">
      <dgm:prSet loTypeId="urn:microsoft.com/office/officeart/2005/8/layout/chevron1" loCatId="process" qsTypeId="urn:microsoft.com/office/officeart/2005/8/quickstyle/simple1" qsCatId="simple" csTypeId="urn:microsoft.com/office/officeart/2005/8/colors/colorful2" csCatId="colorful" phldr="1"/>
      <dgm:spPr/>
    </dgm:pt>
    <dgm:pt modelId="{94D491A3-A342-4E97-AB7B-45374A38F679}">
      <dgm:prSet phldrT="[Text]" phldr="0"/>
      <dgm:spPr/>
      <dgm:t>
        <a:bodyPr/>
        <a:lstStyle/>
        <a:p>
          <a:pPr rtl="0"/>
          <a:r>
            <a:rPr lang="en-US" dirty="0">
              <a:latin typeface="Open Sans SemiBold"/>
            </a:rPr>
            <a:t>Pre-process data</a:t>
          </a:r>
          <a:endParaRPr lang="en-US" dirty="0"/>
        </a:p>
      </dgm:t>
    </dgm:pt>
    <dgm:pt modelId="{5CC361DF-EADD-4107-9B31-856E2DE21E38}" type="parTrans" cxnId="{403401D2-E408-49EB-A003-5DF8F022187E}">
      <dgm:prSet/>
      <dgm:spPr/>
    </dgm:pt>
    <dgm:pt modelId="{653DC788-2E95-4942-BB9C-4DC9FE652CD5}" type="sibTrans" cxnId="{403401D2-E408-49EB-A003-5DF8F022187E}">
      <dgm:prSet/>
      <dgm:spPr/>
      <dgm:t>
        <a:bodyPr/>
        <a:lstStyle/>
        <a:p>
          <a:endParaRPr lang="en-US"/>
        </a:p>
      </dgm:t>
    </dgm:pt>
    <dgm:pt modelId="{6C816680-C3E5-4E61-8E6A-236F01BC7F3E}">
      <dgm:prSet phldrT="[Text]" phldr="0"/>
      <dgm:spPr/>
      <dgm:t>
        <a:bodyPr/>
        <a:lstStyle/>
        <a:p>
          <a:pPr rtl="0"/>
          <a:r>
            <a:rPr lang="en-US" dirty="0">
              <a:latin typeface="Open Sans SemiBold"/>
            </a:rPr>
            <a:t>Define network</a:t>
          </a:r>
          <a:endParaRPr lang="en-US" dirty="0"/>
        </a:p>
      </dgm:t>
    </dgm:pt>
    <dgm:pt modelId="{3745AE2C-7CC8-41B8-B9DA-6D1A4AE99A88}" type="parTrans" cxnId="{33BC2A2C-B55A-440E-B45B-D4FAF1E5F270}">
      <dgm:prSet/>
      <dgm:spPr/>
    </dgm:pt>
    <dgm:pt modelId="{ECF73052-AADC-46B1-9FC9-7CEB98C4BB2C}" type="sibTrans" cxnId="{33BC2A2C-B55A-440E-B45B-D4FAF1E5F270}">
      <dgm:prSet/>
      <dgm:spPr/>
      <dgm:t>
        <a:bodyPr/>
        <a:lstStyle/>
        <a:p>
          <a:endParaRPr lang="en-US"/>
        </a:p>
      </dgm:t>
    </dgm:pt>
    <dgm:pt modelId="{47376DD6-802F-4BB5-8C9D-BCE74AE1978C}">
      <dgm:prSet phldrT="[Text]" phldr="0"/>
      <dgm:spPr/>
      <dgm:t>
        <a:bodyPr/>
        <a:lstStyle/>
        <a:p>
          <a:pPr rtl="0"/>
          <a:r>
            <a:rPr lang="en-US" dirty="0">
              <a:latin typeface="Open Sans SemiBold"/>
            </a:rPr>
            <a:t> Define loss function</a:t>
          </a:r>
          <a:endParaRPr lang="en-US" dirty="0"/>
        </a:p>
      </dgm:t>
    </dgm:pt>
    <dgm:pt modelId="{845C7DA5-1B9C-4703-8097-60DB8C1B73F3}" type="parTrans" cxnId="{A01780D8-CFEC-4506-A270-6A45CD5B0720}">
      <dgm:prSet/>
      <dgm:spPr/>
    </dgm:pt>
    <dgm:pt modelId="{B422843B-8933-42BA-8C0C-BFECFB3A098A}" type="sibTrans" cxnId="{A01780D8-CFEC-4506-A270-6A45CD5B0720}">
      <dgm:prSet/>
      <dgm:spPr/>
      <dgm:t>
        <a:bodyPr/>
        <a:lstStyle/>
        <a:p>
          <a:endParaRPr lang="en-US"/>
        </a:p>
      </dgm:t>
    </dgm:pt>
    <dgm:pt modelId="{A4DDCA11-1EE5-453A-8C93-CC441975963E}">
      <dgm:prSet phldr="0"/>
      <dgm:spPr/>
      <dgm:t>
        <a:bodyPr/>
        <a:lstStyle/>
        <a:p>
          <a:pPr rtl="0"/>
          <a:r>
            <a:rPr lang="en-US" dirty="0">
              <a:latin typeface="Open Sans SemiBold"/>
            </a:rPr>
            <a:t> Define optimizer </a:t>
          </a:r>
        </a:p>
      </dgm:t>
    </dgm:pt>
    <dgm:pt modelId="{CCF704E1-5723-444F-B1C7-B44F468A0CD1}" type="parTrans" cxnId="{6B20EB70-3F61-4A6C-A542-90E995F9E163}">
      <dgm:prSet/>
      <dgm:spPr/>
    </dgm:pt>
    <dgm:pt modelId="{E8161659-9467-4F7D-8210-0636EFB6576B}" type="sibTrans" cxnId="{6B20EB70-3F61-4A6C-A542-90E995F9E163}">
      <dgm:prSet/>
      <dgm:spPr/>
      <dgm:t>
        <a:bodyPr/>
        <a:lstStyle/>
        <a:p>
          <a:endParaRPr lang="en-US"/>
        </a:p>
      </dgm:t>
    </dgm:pt>
    <dgm:pt modelId="{77E20074-493F-4F9E-BF2D-A80B219C5DE4}">
      <dgm:prSet phldr="0"/>
      <dgm:spPr/>
      <dgm:t>
        <a:bodyPr/>
        <a:lstStyle/>
        <a:p>
          <a:pPr rtl="0"/>
          <a:r>
            <a:rPr lang="en-US" dirty="0">
              <a:latin typeface="Open Sans SemiBold"/>
            </a:rPr>
            <a:t> Training model</a:t>
          </a:r>
        </a:p>
      </dgm:t>
    </dgm:pt>
    <dgm:pt modelId="{FACD4B1A-EADE-429B-919E-A59DF918931F}" type="parTrans" cxnId="{A64755CA-26F5-4B93-9B27-028124EC2D53}">
      <dgm:prSet/>
      <dgm:spPr/>
    </dgm:pt>
    <dgm:pt modelId="{91CED7B6-48E4-463E-B6E2-4D6D2D5C66E4}" type="sibTrans" cxnId="{A64755CA-26F5-4B93-9B27-028124EC2D53}">
      <dgm:prSet/>
      <dgm:spPr/>
      <dgm:t>
        <a:bodyPr/>
        <a:lstStyle/>
        <a:p>
          <a:endParaRPr lang="en-US"/>
        </a:p>
      </dgm:t>
    </dgm:pt>
    <dgm:pt modelId="{D8935579-0307-4C67-9819-661756B54B38}">
      <dgm:prSet phldr="0"/>
      <dgm:spPr/>
      <dgm:t>
        <a:bodyPr/>
        <a:lstStyle/>
        <a:p>
          <a:pPr rtl="0"/>
          <a:r>
            <a:rPr lang="en-US" dirty="0">
              <a:latin typeface="Open Sans SemiBold"/>
            </a:rPr>
            <a:t> Validation and Testing</a:t>
          </a:r>
        </a:p>
      </dgm:t>
    </dgm:pt>
    <dgm:pt modelId="{9AB14174-CDBF-4516-B8DA-63E14154EA49}" type="parTrans" cxnId="{6A16E6D0-7D73-461A-A8C3-F8A8CDC41AA8}">
      <dgm:prSet/>
      <dgm:spPr/>
    </dgm:pt>
    <dgm:pt modelId="{74D7A4A3-2104-42BD-9B84-1206FFA7DC4D}" type="sibTrans" cxnId="{6A16E6D0-7D73-461A-A8C3-F8A8CDC41AA8}">
      <dgm:prSet/>
      <dgm:spPr/>
    </dgm:pt>
    <dgm:pt modelId="{2BFC0320-4A01-40E7-B7D1-E503F1BEE508}" type="pres">
      <dgm:prSet presAssocID="{DFD7BDE1-58CF-4F23-A775-A4D878033503}" presName="Name0" presStyleCnt="0">
        <dgm:presLayoutVars>
          <dgm:dir/>
          <dgm:animLvl val="lvl"/>
          <dgm:resizeHandles val="exact"/>
        </dgm:presLayoutVars>
      </dgm:prSet>
      <dgm:spPr/>
    </dgm:pt>
    <dgm:pt modelId="{12D495AB-0663-4A48-9746-C879D9BDE8DC}" type="pres">
      <dgm:prSet presAssocID="{94D491A3-A342-4E97-AB7B-45374A38F679}" presName="parTxOnly" presStyleLbl="node1" presStyleIdx="0" presStyleCnt="6">
        <dgm:presLayoutVars>
          <dgm:chMax val="0"/>
          <dgm:chPref val="0"/>
          <dgm:bulletEnabled val="1"/>
        </dgm:presLayoutVars>
      </dgm:prSet>
      <dgm:spPr/>
    </dgm:pt>
    <dgm:pt modelId="{B7EAD49F-AE9F-4307-8585-BF643ED1E7F5}" type="pres">
      <dgm:prSet presAssocID="{653DC788-2E95-4942-BB9C-4DC9FE652CD5}" presName="parTxOnlySpace" presStyleCnt="0"/>
      <dgm:spPr/>
    </dgm:pt>
    <dgm:pt modelId="{41CD7CBD-95F3-4A49-B52F-8AA83BF02E9C}" type="pres">
      <dgm:prSet presAssocID="{6C816680-C3E5-4E61-8E6A-236F01BC7F3E}" presName="parTxOnly" presStyleLbl="node1" presStyleIdx="1" presStyleCnt="6">
        <dgm:presLayoutVars>
          <dgm:chMax val="0"/>
          <dgm:chPref val="0"/>
          <dgm:bulletEnabled val="1"/>
        </dgm:presLayoutVars>
      </dgm:prSet>
      <dgm:spPr/>
    </dgm:pt>
    <dgm:pt modelId="{0ABE283D-AC0F-4DA3-87C2-D9772BEEF082}" type="pres">
      <dgm:prSet presAssocID="{ECF73052-AADC-46B1-9FC9-7CEB98C4BB2C}" presName="parTxOnlySpace" presStyleCnt="0"/>
      <dgm:spPr/>
    </dgm:pt>
    <dgm:pt modelId="{1688799B-E93E-4217-B578-92ABE3C4631F}" type="pres">
      <dgm:prSet presAssocID="{47376DD6-802F-4BB5-8C9D-BCE74AE1978C}" presName="parTxOnly" presStyleLbl="node1" presStyleIdx="2" presStyleCnt="6">
        <dgm:presLayoutVars>
          <dgm:chMax val="0"/>
          <dgm:chPref val="0"/>
          <dgm:bulletEnabled val="1"/>
        </dgm:presLayoutVars>
      </dgm:prSet>
      <dgm:spPr/>
    </dgm:pt>
    <dgm:pt modelId="{4141DADB-01ED-4C22-8C9D-835A119EE5F2}" type="pres">
      <dgm:prSet presAssocID="{B422843B-8933-42BA-8C0C-BFECFB3A098A}" presName="parTxOnlySpace" presStyleCnt="0"/>
      <dgm:spPr/>
    </dgm:pt>
    <dgm:pt modelId="{103B5B97-F765-4B2A-A801-AF24C48F75B6}" type="pres">
      <dgm:prSet presAssocID="{A4DDCA11-1EE5-453A-8C93-CC441975963E}" presName="parTxOnly" presStyleLbl="node1" presStyleIdx="3" presStyleCnt="6">
        <dgm:presLayoutVars>
          <dgm:chMax val="0"/>
          <dgm:chPref val="0"/>
          <dgm:bulletEnabled val="1"/>
        </dgm:presLayoutVars>
      </dgm:prSet>
      <dgm:spPr/>
    </dgm:pt>
    <dgm:pt modelId="{C3DA83EF-44D8-4390-94C8-99E2026E4DB7}" type="pres">
      <dgm:prSet presAssocID="{E8161659-9467-4F7D-8210-0636EFB6576B}" presName="parTxOnlySpace" presStyleCnt="0"/>
      <dgm:spPr/>
    </dgm:pt>
    <dgm:pt modelId="{D5152314-2E45-4012-B9C4-DAE0A5C78CA9}" type="pres">
      <dgm:prSet presAssocID="{77E20074-493F-4F9E-BF2D-A80B219C5DE4}" presName="parTxOnly" presStyleLbl="node1" presStyleIdx="4" presStyleCnt="6">
        <dgm:presLayoutVars>
          <dgm:chMax val="0"/>
          <dgm:chPref val="0"/>
          <dgm:bulletEnabled val="1"/>
        </dgm:presLayoutVars>
      </dgm:prSet>
      <dgm:spPr/>
    </dgm:pt>
    <dgm:pt modelId="{0EA5E573-F897-45F5-AB52-FE1271D698C5}" type="pres">
      <dgm:prSet presAssocID="{91CED7B6-48E4-463E-B6E2-4D6D2D5C66E4}" presName="parTxOnlySpace" presStyleCnt="0"/>
      <dgm:spPr/>
    </dgm:pt>
    <dgm:pt modelId="{B002CD02-85D3-4743-8BBD-C98FC49A7F30}" type="pres">
      <dgm:prSet presAssocID="{D8935579-0307-4C67-9819-661756B54B38}" presName="parTxOnly" presStyleLbl="node1" presStyleIdx="5" presStyleCnt="6">
        <dgm:presLayoutVars>
          <dgm:chMax val="0"/>
          <dgm:chPref val="0"/>
          <dgm:bulletEnabled val="1"/>
        </dgm:presLayoutVars>
      </dgm:prSet>
      <dgm:spPr/>
    </dgm:pt>
  </dgm:ptLst>
  <dgm:cxnLst>
    <dgm:cxn modelId="{33BC2A2C-B55A-440E-B45B-D4FAF1E5F270}" srcId="{DFD7BDE1-58CF-4F23-A775-A4D878033503}" destId="{6C816680-C3E5-4E61-8E6A-236F01BC7F3E}" srcOrd="1" destOrd="0" parTransId="{3745AE2C-7CC8-41B8-B9DA-6D1A4AE99A88}" sibTransId="{ECF73052-AADC-46B1-9FC9-7CEB98C4BB2C}"/>
    <dgm:cxn modelId="{4E45146F-9BA2-4271-A4E9-758EA6242F86}" type="presOf" srcId="{A4DDCA11-1EE5-453A-8C93-CC441975963E}" destId="{103B5B97-F765-4B2A-A801-AF24C48F75B6}" srcOrd="0" destOrd="0" presId="urn:microsoft.com/office/officeart/2005/8/layout/chevron1"/>
    <dgm:cxn modelId="{6B20EB70-3F61-4A6C-A542-90E995F9E163}" srcId="{DFD7BDE1-58CF-4F23-A775-A4D878033503}" destId="{A4DDCA11-1EE5-453A-8C93-CC441975963E}" srcOrd="3" destOrd="0" parTransId="{CCF704E1-5723-444F-B1C7-B44F468A0CD1}" sibTransId="{E8161659-9467-4F7D-8210-0636EFB6576B}"/>
    <dgm:cxn modelId="{7E865152-83D2-420E-860D-F5190663AA2F}" type="presOf" srcId="{47376DD6-802F-4BB5-8C9D-BCE74AE1978C}" destId="{1688799B-E93E-4217-B578-92ABE3C4631F}" srcOrd="0" destOrd="0" presId="urn:microsoft.com/office/officeart/2005/8/layout/chevron1"/>
    <dgm:cxn modelId="{1252F876-C89C-4D05-9CB4-18E5E7CF639A}" type="presOf" srcId="{6C816680-C3E5-4E61-8E6A-236F01BC7F3E}" destId="{41CD7CBD-95F3-4A49-B52F-8AA83BF02E9C}" srcOrd="0" destOrd="0" presId="urn:microsoft.com/office/officeart/2005/8/layout/chevron1"/>
    <dgm:cxn modelId="{A26BFF7D-0A1F-4CF5-87BC-2423AB4232B6}" type="presOf" srcId="{94D491A3-A342-4E97-AB7B-45374A38F679}" destId="{12D495AB-0663-4A48-9746-C879D9BDE8DC}" srcOrd="0" destOrd="0" presId="urn:microsoft.com/office/officeart/2005/8/layout/chevron1"/>
    <dgm:cxn modelId="{2FB98D7F-4BDD-4D36-9B8A-49E27C184EEB}" type="presOf" srcId="{DFD7BDE1-58CF-4F23-A775-A4D878033503}" destId="{2BFC0320-4A01-40E7-B7D1-E503F1BEE508}" srcOrd="0" destOrd="0" presId="urn:microsoft.com/office/officeart/2005/8/layout/chevron1"/>
    <dgm:cxn modelId="{A64755CA-26F5-4B93-9B27-028124EC2D53}" srcId="{DFD7BDE1-58CF-4F23-A775-A4D878033503}" destId="{77E20074-493F-4F9E-BF2D-A80B219C5DE4}" srcOrd="4" destOrd="0" parTransId="{FACD4B1A-EADE-429B-919E-A59DF918931F}" sibTransId="{91CED7B6-48E4-463E-B6E2-4D6D2D5C66E4}"/>
    <dgm:cxn modelId="{6A16E6D0-7D73-461A-A8C3-F8A8CDC41AA8}" srcId="{DFD7BDE1-58CF-4F23-A775-A4D878033503}" destId="{D8935579-0307-4C67-9819-661756B54B38}" srcOrd="5" destOrd="0" parTransId="{9AB14174-CDBF-4516-B8DA-63E14154EA49}" sibTransId="{74D7A4A3-2104-42BD-9B84-1206FFA7DC4D}"/>
    <dgm:cxn modelId="{403401D2-E408-49EB-A003-5DF8F022187E}" srcId="{DFD7BDE1-58CF-4F23-A775-A4D878033503}" destId="{94D491A3-A342-4E97-AB7B-45374A38F679}" srcOrd="0" destOrd="0" parTransId="{5CC361DF-EADD-4107-9B31-856E2DE21E38}" sibTransId="{653DC788-2E95-4942-BB9C-4DC9FE652CD5}"/>
    <dgm:cxn modelId="{A01780D8-CFEC-4506-A270-6A45CD5B0720}" srcId="{DFD7BDE1-58CF-4F23-A775-A4D878033503}" destId="{47376DD6-802F-4BB5-8C9D-BCE74AE1978C}" srcOrd="2" destOrd="0" parTransId="{845C7DA5-1B9C-4703-8097-60DB8C1B73F3}" sibTransId="{B422843B-8933-42BA-8C0C-BFECFB3A098A}"/>
    <dgm:cxn modelId="{E4B9D5D9-3CEC-4D32-AE6D-773F67E69BFB}" type="presOf" srcId="{77E20074-493F-4F9E-BF2D-A80B219C5DE4}" destId="{D5152314-2E45-4012-B9C4-DAE0A5C78CA9}" srcOrd="0" destOrd="0" presId="urn:microsoft.com/office/officeart/2005/8/layout/chevron1"/>
    <dgm:cxn modelId="{39DEDEF1-3CA4-4EED-92B3-3C547A761F36}" type="presOf" srcId="{D8935579-0307-4C67-9819-661756B54B38}" destId="{B002CD02-85D3-4743-8BBD-C98FC49A7F30}" srcOrd="0" destOrd="0" presId="urn:microsoft.com/office/officeart/2005/8/layout/chevron1"/>
    <dgm:cxn modelId="{729B92DA-6A45-421F-8022-E4EE0AA27A31}" type="presParOf" srcId="{2BFC0320-4A01-40E7-B7D1-E503F1BEE508}" destId="{12D495AB-0663-4A48-9746-C879D9BDE8DC}" srcOrd="0" destOrd="0" presId="urn:microsoft.com/office/officeart/2005/8/layout/chevron1"/>
    <dgm:cxn modelId="{386A12C3-92CE-48B6-8BDA-3E4BB9DC6426}" type="presParOf" srcId="{2BFC0320-4A01-40E7-B7D1-E503F1BEE508}" destId="{B7EAD49F-AE9F-4307-8585-BF643ED1E7F5}" srcOrd="1" destOrd="0" presId="urn:microsoft.com/office/officeart/2005/8/layout/chevron1"/>
    <dgm:cxn modelId="{6ECBC8E4-9C3E-4913-AF25-DEE759571EDA}" type="presParOf" srcId="{2BFC0320-4A01-40E7-B7D1-E503F1BEE508}" destId="{41CD7CBD-95F3-4A49-B52F-8AA83BF02E9C}" srcOrd="2" destOrd="0" presId="urn:microsoft.com/office/officeart/2005/8/layout/chevron1"/>
    <dgm:cxn modelId="{C7757791-9272-4C30-B812-D7248298F9B6}" type="presParOf" srcId="{2BFC0320-4A01-40E7-B7D1-E503F1BEE508}" destId="{0ABE283D-AC0F-4DA3-87C2-D9772BEEF082}" srcOrd="3" destOrd="0" presId="urn:microsoft.com/office/officeart/2005/8/layout/chevron1"/>
    <dgm:cxn modelId="{7487369A-9318-4B52-8647-F8D938E6F3F6}" type="presParOf" srcId="{2BFC0320-4A01-40E7-B7D1-E503F1BEE508}" destId="{1688799B-E93E-4217-B578-92ABE3C4631F}" srcOrd="4" destOrd="0" presId="urn:microsoft.com/office/officeart/2005/8/layout/chevron1"/>
    <dgm:cxn modelId="{4A77FFB8-0313-4FC1-9C54-D432814D0949}" type="presParOf" srcId="{2BFC0320-4A01-40E7-B7D1-E503F1BEE508}" destId="{4141DADB-01ED-4C22-8C9D-835A119EE5F2}" srcOrd="5" destOrd="0" presId="urn:microsoft.com/office/officeart/2005/8/layout/chevron1"/>
    <dgm:cxn modelId="{C76A252F-FCB4-4FA5-9F36-783201D9F6AA}" type="presParOf" srcId="{2BFC0320-4A01-40E7-B7D1-E503F1BEE508}" destId="{103B5B97-F765-4B2A-A801-AF24C48F75B6}" srcOrd="6" destOrd="0" presId="urn:microsoft.com/office/officeart/2005/8/layout/chevron1"/>
    <dgm:cxn modelId="{399D84A3-C01D-4D3D-92CA-86C48B07E910}" type="presParOf" srcId="{2BFC0320-4A01-40E7-B7D1-E503F1BEE508}" destId="{C3DA83EF-44D8-4390-94C8-99E2026E4DB7}" srcOrd="7" destOrd="0" presId="urn:microsoft.com/office/officeart/2005/8/layout/chevron1"/>
    <dgm:cxn modelId="{2F413CCA-C578-46F5-90D3-FEAEE5BD75DA}" type="presParOf" srcId="{2BFC0320-4A01-40E7-B7D1-E503F1BEE508}" destId="{D5152314-2E45-4012-B9C4-DAE0A5C78CA9}" srcOrd="8" destOrd="0" presId="urn:microsoft.com/office/officeart/2005/8/layout/chevron1"/>
    <dgm:cxn modelId="{C6DBA3D1-1EE3-4432-8ED8-16DCC041C38C}" type="presParOf" srcId="{2BFC0320-4A01-40E7-B7D1-E503F1BEE508}" destId="{0EA5E573-F897-45F5-AB52-FE1271D698C5}" srcOrd="9" destOrd="0" presId="urn:microsoft.com/office/officeart/2005/8/layout/chevron1"/>
    <dgm:cxn modelId="{365728C3-12B7-4D27-A9AB-48297F708C17}" type="presParOf" srcId="{2BFC0320-4A01-40E7-B7D1-E503F1BEE508}" destId="{B002CD02-85D3-4743-8BBD-C98FC49A7F30}"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FD7BDE1-58CF-4F23-A775-A4D878033503}" type="doc">
      <dgm:prSet loTypeId="urn:microsoft.com/office/officeart/2005/8/layout/chevron1" loCatId="process" qsTypeId="urn:microsoft.com/office/officeart/2005/8/quickstyle/simple1" qsCatId="simple" csTypeId="urn:microsoft.com/office/officeart/2005/8/colors/colorful2" csCatId="colorful" phldr="1"/>
      <dgm:spPr/>
    </dgm:pt>
    <dgm:pt modelId="{94D491A3-A342-4E97-AB7B-45374A38F679}">
      <dgm:prSet phldrT="[Text]" phldr="0"/>
      <dgm:spPr/>
      <dgm:t>
        <a:bodyPr/>
        <a:lstStyle/>
        <a:p>
          <a:pPr rtl="0"/>
          <a:r>
            <a:rPr lang="en-US" dirty="0">
              <a:latin typeface="Open Sans SemiBold"/>
            </a:rPr>
            <a:t>Pre-process data</a:t>
          </a:r>
          <a:endParaRPr lang="en-US" dirty="0"/>
        </a:p>
      </dgm:t>
    </dgm:pt>
    <dgm:pt modelId="{5CC361DF-EADD-4107-9B31-856E2DE21E38}" type="parTrans" cxnId="{403401D2-E408-49EB-A003-5DF8F022187E}">
      <dgm:prSet/>
      <dgm:spPr/>
    </dgm:pt>
    <dgm:pt modelId="{653DC788-2E95-4942-BB9C-4DC9FE652CD5}" type="sibTrans" cxnId="{403401D2-E408-49EB-A003-5DF8F022187E}">
      <dgm:prSet/>
      <dgm:spPr/>
      <dgm:t>
        <a:bodyPr/>
        <a:lstStyle/>
        <a:p>
          <a:endParaRPr lang="en-US"/>
        </a:p>
      </dgm:t>
    </dgm:pt>
    <dgm:pt modelId="{6C816680-C3E5-4E61-8E6A-236F01BC7F3E}">
      <dgm:prSet phldrT="[Text]" phldr="0"/>
      <dgm:spPr/>
      <dgm:t>
        <a:bodyPr/>
        <a:lstStyle/>
        <a:p>
          <a:pPr rtl="0"/>
          <a:r>
            <a:rPr lang="en-US" dirty="0">
              <a:latin typeface="Open Sans SemiBold"/>
            </a:rPr>
            <a:t>Define network</a:t>
          </a:r>
          <a:endParaRPr lang="en-US" dirty="0"/>
        </a:p>
      </dgm:t>
    </dgm:pt>
    <dgm:pt modelId="{3745AE2C-7CC8-41B8-B9DA-6D1A4AE99A88}" type="parTrans" cxnId="{33BC2A2C-B55A-440E-B45B-D4FAF1E5F270}">
      <dgm:prSet/>
      <dgm:spPr/>
    </dgm:pt>
    <dgm:pt modelId="{ECF73052-AADC-46B1-9FC9-7CEB98C4BB2C}" type="sibTrans" cxnId="{33BC2A2C-B55A-440E-B45B-D4FAF1E5F270}">
      <dgm:prSet/>
      <dgm:spPr/>
      <dgm:t>
        <a:bodyPr/>
        <a:lstStyle/>
        <a:p>
          <a:endParaRPr lang="en-US"/>
        </a:p>
      </dgm:t>
    </dgm:pt>
    <dgm:pt modelId="{47376DD6-802F-4BB5-8C9D-BCE74AE1978C}">
      <dgm:prSet phldrT="[Text]" phldr="0"/>
      <dgm:spPr/>
      <dgm:t>
        <a:bodyPr/>
        <a:lstStyle/>
        <a:p>
          <a:pPr rtl="0"/>
          <a:r>
            <a:rPr lang="en-US" dirty="0">
              <a:latin typeface="Open Sans SemiBold"/>
            </a:rPr>
            <a:t> Define loss function</a:t>
          </a:r>
          <a:endParaRPr lang="en-US" dirty="0"/>
        </a:p>
      </dgm:t>
    </dgm:pt>
    <dgm:pt modelId="{845C7DA5-1B9C-4703-8097-60DB8C1B73F3}" type="parTrans" cxnId="{A01780D8-CFEC-4506-A270-6A45CD5B0720}">
      <dgm:prSet/>
      <dgm:spPr/>
    </dgm:pt>
    <dgm:pt modelId="{B422843B-8933-42BA-8C0C-BFECFB3A098A}" type="sibTrans" cxnId="{A01780D8-CFEC-4506-A270-6A45CD5B0720}">
      <dgm:prSet/>
      <dgm:spPr/>
      <dgm:t>
        <a:bodyPr/>
        <a:lstStyle/>
        <a:p>
          <a:endParaRPr lang="en-US"/>
        </a:p>
      </dgm:t>
    </dgm:pt>
    <dgm:pt modelId="{A4DDCA11-1EE5-453A-8C93-CC441975963E}">
      <dgm:prSet phldr="0"/>
      <dgm:spPr/>
      <dgm:t>
        <a:bodyPr/>
        <a:lstStyle/>
        <a:p>
          <a:pPr rtl="0"/>
          <a:r>
            <a:rPr lang="en-US" dirty="0">
              <a:latin typeface="Open Sans SemiBold"/>
            </a:rPr>
            <a:t> Define optimizer </a:t>
          </a:r>
        </a:p>
      </dgm:t>
    </dgm:pt>
    <dgm:pt modelId="{CCF704E1-5723-444F-B1C7-B44F468A0CD1}" type="parTrans" cxnId="{6B20EB70-3F61-4A6C-A542-90E995F9E163}">
      <dgm:prSet/>
      <dgm:spPr/>
    </dgm:pt>
    <dgm:pt modelId="{E8161659-9467-4F7D-8210-0636EFB6576B}" type="sibTrans" cxnId="{6B20EB70-3F61-4A6C-A542-90E995F9E163}">
      <dgm:prSet/>
      <dgm:spPr/>
      <dgm:t>
        <a:bodyPr/>
        <a:lstStyle/>
        <a:p>
          <a:endParaRPr lang="en-US"/>
        </a:p>
      </dgm:t>
    </dgm:pt>
    <dgm:pt modelId="{77E20074-493F-4F9E-BF2D-A80B219C5DE4}">
      <dgm:prSet phldr="0"/>
      <dgm:spPr/>
      <dgm:t>
        <a:bodyPr/>
        <a:lstStyle/>
        <a:p>
          <a:pPr rtl="0"/>
          <a:r>
            <a:rPr lang="en-US" dirty="0">
              <a:latin typeface="Open Sans SemiBold"/>
            </a:rPr>
            <a:t> Training model</a:t>
          </a:r>
        </a:p>
      </dgm:t>
    </dgm:pt>
    <dgm:pt modelId="{FACD4B1A-EADE-429B-919E-A59DF918931F}" type="parTrans" cxnId="{A64755CA-26F5-4B93-9B27-028124EC2D53}">
      <dgm:prSet/>
      <dgm:spPr/>
    </dgm:pt>
    <dgm:pt modelId="{91CED7B6-48E4-463E-B6E2-4D6D2D5C66E4}" type="sibTrans" cxnId="{A64755CA-26F5-4B93-9B27-028124EC2D53}">
      <dgm:prSet/>
      <dgm:spPr/>
      <dgm:t>
        <a:bodyPr/>
        <a:lstStyle/>
        <a:p>
          <a:endParaRPr lang="en-US"/>
        </a:p>
      </dgm:t>
    </dgm:pt>
    <dgm:pt modelId="{D8935579-0307-4C67-9819-661756B54B38}">
      <dgm:prSet phldr="0"/>
      <dgm:spPr/>
      <dgm:t>
        <a:bodyPr/>
        <a:lstStyle/>
        <a:p>
          <a:pPr rtl="0"/>
          <a:r>
            <a:rPr lang="en-US" dirty="0">
              <a:latin typeface="Open Sans SemiBold"/>
            </a:rPr>
            <a:t> Validation and Testing</a:t>
          </a:r>
        </a:p>
      </dgm:t>
    </dgm:pt>
    <dgm:pt modelId="{9AB14174-CDBF-4516-B8DA-63E14154EA49}" type="parTrans" cxnId="{6A16E6D0-7D73-461A-A8C3-F8A8CDC41AA8}">
      <dgm:prSet/>
      <dgm:spPr/>
    </dgm:pt>
    <dgm:pt modelId="{74D7A4A3-2104-42BD-9B84-1206FFA7DC4D}" type="sibTrans" cxnId="{6A16E6D0-7D73-461A-A8C3-F8A8CDC41AA8}">
      <dgm:prSet/>
      <dgm:spPr/>
    </dgm:pt>
    <dgm:pt modelId="{2BFC0320-4A01-40E7-B7D1-E503F1BEE508}" type="pres">
      <dgm:prSet presAssocID="{DFD7BDE1-58CF-4F23-A775-A4D878033503}" presName="Name0" presStyleCnt="0">
        <dgm:presLayoutVars>
          <dgm:dir/>
          <dgm:animLvl val="lvl"/>
          <dgm:resizeHandles val="exact"/>
        </dgm:presLayoutVars>
      </dgm:prSet>
      <dgm:spPr/>
    </dgm:pt>
    <dgm:pt modelId="{12D495AB-0663-4A48-9746-C879D9BDE8DC}" type="pres">
      <dgm:prSet presAssocID="{94D491A3-A342-4E97-AB7B-45374A38F679}" presName="parTxOnly" presStyleLbl="node1" presStyleIdx="0" presStyleCnt="6">
        <dgm:presLayoutVars>
          <dgm:chMax val="0"/>
          <dgm:chPref val="0"/>
          <dgm:bulletEnabled val="1"/>
        </dgm:presLayoutVars>
      </dgm:prSet>
      <dgm:spPr/>
    </dgm:pt>
    <dgm:pt modelId="{B7EAD49F-AE9F-4307-8585-BF643ED1E7F5}" type="pres">
      <dgm:prSet presAssocID="{653DC788-2E95-4942-BB9C-4DC9FE652CD5}" presName="parTxOnlySpace" presStyleCnt="0"/>
      <dgm:spPr/>
    </dgm:pt>
    <dgm:pt modelId="{41CD7CBD-95F3-4A49-B52F-8AA83BF02E9C}" type="pres">
      <dgm:prSet presAssocID="{6C816680-C3E5-4E61-8E6A-236F01BC7F3E}" presName="parTxOnly" presStyleLbl="node1" presStyleIdx="1" presStyleCnt="6">
        <dgm:presLayoutVars>
          <dgm:chMax val="0"/>
          <dgm:chPref val="0"/>
          <dgm:bulletEnabled val="1"/>
        </dgm:presLayoutVars>
      </dgm:prSet>
      <dgm:spPr/>
    </dgm:pt>
    <dgm:pt modelId="{0ABE283D-AC0F-4DA3-87C2-D9772BEEF082}" type="pres">
      <dgm:prSet presAssocID="{ECF73052-AADC-46B1-9FC9-7CEB98C4BB2C}" presName="parTxOnlySpace" presStyleCnt="0"/>
      <dgm:spPr/>
    </dgm:pt>
    <dgm:pt modelId="{1688799B-E93E-4217-B578-92ABE3C4631F}" type="pres">
      <dgm:prSet presAssocID="{47376DD6-802F-4BB5-8C9D-BCE74AE1978C}" presName="parTxOnly" presStyleLbl="node1" presStyleIdx="2" presStyleCnt="6">
        <dgm:presLayoutVars>
          <dgm:chMax val="0"/>
          <dgm:chPref val="0"/>
          <dgm:bulletEnabled val="1"/>
        </dgm:presLayoutVars>
      </dgm:prSet>
      <dgm:spPr/>
    </dgm:pt>
    <dgm:pt modelId="{4141DADB-01ED-4C22-8C9D-835A119EE5F2}" type="pres">
      <dgm:prSet presAssocID="{B422843B-8933-42BA-8C0C-BFECFB3A098A}" presName="parTxOnlySpace" presStyleCnt="0"/>
      <dgm:spPr/>
    </dgm:pt>
    <dgm:pt modelId="{103B5B97-F765-4B2A-A801-AF24C48F75B6}" type="pres">
      <dgm:prSet presAssocID="{A4DDCA11-1EE5-453A-8C93-CC441975963E}" presName="parTxOnly" presStyleLbl="node1" presStyleIdx="3" presStyleCnt="6">
        <dgm:presLayoutVars>
          <dgm:chMax val="0"/>
          <dgm:chPref val="0"/>
          <dgm:bulletEnabled val="1"/>
        </dgm:presLayoutVars>
      </dgm:prSet>
      <dgm:spPr/>
    </dgm:pt>
    <dgm:pt modelId="{C3DA83EF-44D8-4390-94C8-99E2026E4DB7}" type="pres">
      <dgm:prSet presAssocID="{E8161659-9467-4F7D-8210-0636EFB6576B}" presName="parTxOnlySpace" presStyleCnt="0"/>
      <dgm:spPr/>
    </dgm:pt>
    <dgm:pt modelId="{D5152314-2E45-4012-B9C4-DAE0A5C78CA9}" type="pres">
      <dgm:prSet presAssocID="{77E20074-493F-4F9E-BF2D-A80B219C5DE4}" presName="parTxOnly" presStyleLbl="node1" presStyleIdx="4" presStyleCnt="6">
        <dgm:presLayoutVars>
          <dgm:chMax val="0"/>
          <dgm:chPref val="0"/>
          <dgm:bulletEnabled val="1"/>
        </dgm:presLayoutVars>
      </dgm:prSet>
      <dgm:spPr/>
    </dgm:pt>
    <dgm:pt modelId="{0EA5E573-F897-45F5-AB52-FE1271D698C5}" type="pres">
      <dgm:prSet presAssocID="{91CED7B6-48E4-463E-B6E2-4D6D2D5C66E4}" presName="parTxOnlySpace" presStyleCnt="0"/>
      <dgm:spPr/>
    </dgm:pt>
    <dgm:pt modelId="{B002CD02-85D3-4743-8BBD-C98FC49A7F30}" type="pres">
      <dgm:prSet presAssocID="{D8935579-0307-4C67-9819-661756B54B38}" presName="parTxOnly" presStyleLbl="node1" presStyleIdx="5" presStyleCnt="6">
        <dgm:presLayoutVars>
          <dgm:chMax val="0"/>
          <dgm:chPref val="0"/>
          <dgm:bulletEnabled val="1"/>
        </dgm:presLayoutVars>
      </dgm:prSet>
      <dgm:spPr/>
    </dgm:pt>
  </dgm:ptLst>
  <dgm:cxnLst>
    <dgm:cxn modelId="{33BC2A2C-B55A-440E-B45B-D4FAF1E5F270}" srcId="{DFD7BDE1-58CF-4F23-A775-A4D878033503}" destId="{6C816680-C3E5-4E61-8E6A-236F01BC7F3E}" srcOrd="1" destOrd="0" parTransId="{3745AE2C-7CC8-41B8-B9DA-6D1A4AE99A88}" sibTransId="{ECF73052-AADC-46B1-9FC9-7CEB98C4BB2C}"/>
    <dgm:cxn modelId="{4E45146F-9BA2-4271-A4E9-758EA6242F86}" type="presOf" srcId="{A4DDCA11-1EE5-453A-8C93-CC441975963E}" destId="{103B5B97-F765-4B2A-A801-AF24C48F75B6}" srcOrd="0" destOrd="0" presId="urn:microsoft.com/office/officeart/2005/8/layout/chevron1"/>
    <dgm:cxn modelId="{6B20EB70-3F61-4A6C-A542-90E995F9E163}" srcId="{DFD7BDE1-58CF-4F23-A775-A4D878033503}" destId="{A4DDCA11-1EE5-453A-8C93-CC441975963E}" srcOrd="3" destOrd="0" parTransId="{CCF704E1-5723-444F-B1C7-B44F468A0CD1}" sibTransId="{E8161659-9467-4F7D-8210-0636EFB6576B}"/>
    <dgm:cxn modelId="{7E865152-83D2-420E-860D-F5190663AA2F}" type="presOf" srcId="{47376DD6-802F-4BB5-8C9D-BCE74AE1978C}" destId="{1688799B-E93E-4217-B578-92ABE3C4631F}" srcOrd="0" destOrd="0" presId="urn:microsoft.com/office/officeart/2005/8/layout/chevron1"/>
    <dgm:cxn modelId="{1252F876-C89C-4D05-9CB4-18E5E7CF639A}" type="presOf" srcId="{6C816680-C3E5-4E61-8E6A-236F01BC7F3E}" destId="{41CD7CBD-95F3-4A49-B52F-8AA83BF02E9C}" srcOrd="0" destOrd="0" presId="urn:microsoft.com/office/officeart/2005/8/layout/chevron1"/>
    <dgm:cxn modelId="{A26BFF7D-0A1F-4CF5-87BC-2423AB4232B6}" type="presOf" srcId="{94D491A3-A342-4E97-AB7B-45374A38F679}" destId="{12D495AB-0663-4A48-9746-C879D9BDE8DC}" srcOrd="0" destOrd="0" presId="urn:microsoft.com/office/officeart/2005/8/layout/chevron1"/>
    <dgm:cxn modelId="{2FB98D7F-4BDD-4D36-9B8A-49E27C184EEB}" type="presOf" srcId="{DFD7BDE1-58CF-4F23-A775-A4D878033503}" destId="{2BFC0320-4A01-40E7-B7D1-E503F1BEE508}" srcOrd="0" destOrd="0" presId="urn:microsoft.com/office/officeart/2005/8/layout/chevron1"/>
    <dgm:cxn modelId="{A64755CA-26F5-4B93-9B27-028124EC2D53}" srcId="{DFD7BDE1-58CF-4F23-A775-A4D878033503}" destId="{77E20074-493F-4F9E-BF2D-A80B219C5DE4}" srcOrd="4" destOrd="0" parTransId="{FACD4B1A-EADE-429B-919E-A59DF918931F}" sibTransId="{91CED7B6-48E4-463E-B6E2-4D6D2D5C66E4}"/>
    <dgm:cxn modelId="{6A16E6D0-7D73-461A-A8C3-F8A8CDC41AA8}" srcId="{DFD7BDE1-58CF-4F23-A775-A4D878033503}" destId="{D8935579-0307-4C67-9819-661756B54B38}" srcOrd="5" destOrd="0" parTransId="{9AB14174-CDBF-4516-B8DA-63E14154EA49}" sibTransId="{74D7A4A3-2104-42BD-9B84-1206FFA7DC4D}"/>
    <dgm:cxn modelId="{403401D2-E408-49EB-A003-5DF8F022187E}" srcId="{DFD7BDE1-58CF-4F23-A775-A4D878033503}" destId="{94D491A3-A342-4E97-AB7B-45374A38F679}" srcOrd="0" destOrd="0" parTransId="{5CC361DF-EADD-4107-9B31-856E2DE21E38}" sibTransId="{653DC788-2E95-4942-BB9C-4DC9FE652CD5}"/>
    <dgm:cxn modelId="{A01780D8-CFEC-4506-A270-6A45CD5B0720}" srcId="{DFD7BDE1-58CF-4F23-A775-A4D878033503}" destId="{47376DD6-802F-4BB5-8C9D-BCE74AE1978C}" srcOrd="2" destOrd="0" parTransId="{845C7DA5-1B9C-4703-8097-60DB8C1B73F3}" sibTransId="{B422843B-8933-42BA-8C0C-BFECFB3A098A}"/>
    <dgm:cxn modelId="{E4B9D5D9-3CEC-4D32-AE6D-773F67E69BFB}" type="presOf" srcId="{77E20074-493F-4F9E-BF2D-A80B219C5DE4}" destId="{D5152314-2E45-4012-B9C4-DAE0A5C78CA9}" srcOrd="0" destOrd="0" presId="urn:microsoft.com/office/officeart/2005/8/layout/chevron1"/>
    <dgm:cxn modelId="{39DEDEF1-3CA4-4EED-92B3-3C547A761F36}" type="presOf" srcId="{D8935579-0307-4C67-9819-661756B54B38}" destId="{B002CD02-85D3-4743-8BBD-C98FC49A7F30}" srcOrd="0" destOrd="0" presId="urn:microsoft.com/office/officeart/2005/8/layout/chevron1"/>
    <dgm:cxn modelId="{729B92DA-6A45-421F-8022-E4EE0AA27A31}" type="presParOf" srcId="{2BFC0320-4A01-40E7-B7D1-E503F1BEE508}" destId="{12D495AB-0663-4A48-9746-C879D9BDE8DC}" srcOrd="0" destOrd="0" presId="urn:microsoft.com/office/officeart/2005/8/layout/chevron1"/>
    <dgm:cxn modelId="{386A12C3-92CE-48B6-8BDA-3E4BB9DC6426}" type="presParOf" srcId="{2BFC0320-4A01-40E7-B7D1-E503F1BEE508}" destId="{B7EAD49F-AE9F-4307-8585-BF643ED1E7F5}" srcOrd="1" destOrd="0" presId="urn:microsoft.com/office/officeart/2005/8/layout/chevron1"/>
    <dgm:cxn modelId="{6ECBC8E4-9C3E-4913-AF25-DEE759571EDA}" type="presParOf" srcId="{2BFC0320-4A01-40E7-B7D1-E503F1BEE508}" destId="{41CD7CBD-95F3-4A49-B52F-8AA83BF02E9C}" srcOrd="2" destOrd="0" presId="urn:microsoft.com/office/officeart/2005/8/layout/chevron1"/>
    <dgm:cxn modelId="{C7757791-9272-4C30-B812-D7248298F9B6}" type="presParOf" srcId="{2BFC0320-4A01-40E7-B7D1-E503F1BEE508}" destId="{0ABE283D-AC0F-4DA3-87C2-D9772BEEF082}" srcOrd="3" destOrd="0" presId="urn:microsoft.com/office/officeart/2005/8/layout/chevron1"/>
    <dgm:cxn modelId="{7487369A-9318-4B52-8647-F8D938E6F3F6}" type="presParOf" srcId="{2BFC0320-4A01-40E7-B7D1-E503F1BEE508}" destId="{1688799B-E93E-4217-B578-92ABE3C4631F}" srcOrd="4" destOrd="0" presId="urn:microsoft.com/office/officeart/2005/8/layout/chevron1"/>
    <dgm:cxn modelId="{4A77FFB8-0313-4FC1-9C54-D432814D0949}" type="presParOf" srcId="{2BFC0320-4A01-40E7-B7D1-E503F1BEE508}" destId="{4141DADB-01ED-4C22-8C9D-835A119EE5F2}" srcOrd="5" destOrd="0" presId="urn:microsoft.com/office/officeart/2005/8/layout/chevron1"/>
    <dgm:cxn modelId="{C76A252F-FCB4-4FA5-9F36-783201D9F6AA}" type="presParOf" srcId="{2BFC0320-4A01-40E7-B7D1-E503F1BEE508}" destId="{103B5B97-F765-4B2A-A801-AF24C48F75B6}" srcOrd="6" destOrd="0" presId="urn:microsoft.com/office/officeart/2005/8/layout/chevron1"/>
    <dgm:cxn modelId="{399D84A3-C01D-4D3D-92CA-86C48B07E910}" type="presParOf" srcId="{2BFC0320-4A01-40E7-B7D1-E503F1BEE508}" destId="{C3DA83EF-44D8-4390-94C8-99E2026E4DB7}" srcOrd="7" destOrd="0" presId="urn:microsoft.com/office/officeart/2005/8/layout/chevron1"/>
    <dgm:cxn modelId="{2F413CCA-C578-46F5-90D3-FEAEE5BD75DA}" type="presParOf" srcId="{2BFC0320-4A01-40E7-B7D1-E503F1BEE508}" destId="{D5152314-2E45-4012-B9C4-DAE0A5C78CA9}" srcOrd="8" destOrd="0" presId="urn:microsoft.com/office/officeart/2005/8/layout/chevron1"/>
    <dgm:cxn modelId="{C6DBA3D1-1EE3-4432-8ED8-16DCC041C38C}" type="presParOf" srcId="{2BFC0320-4A01-40E7-B7D1-E503F1BEE508}" destId="{0EA5E573-F897-45F5-AB52-FE1271D698C5}" srcOrd="9" destOrd="0" presId="urn:microsoft.com/office/officeart/2005/8/layout/chevron1"/>
    <dgm:cxn modelId="{365728C3-12B7-4D27-A9AB-48297F708C17}" type="presParOf" srcId="{2BFC0320-4A01-40E7-B7D1-E503F1BEE508}" destId="{B002CD02-85D3-4743-8BBD-C98FC49A7F30}"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FD7BDE1-58CF-4F23-A775-A4D878033503}" type="doc">
      <dgm:prSet loTypeId="urn:microsoft.com/office/officeart/2005/8/layout/chevron1" loCatId="process" qsTypeId="urn:microsoft.com/office/officeart/2005/8/quickstyle/simple1" qsCatId="simple" csTypeId="urn:microsoft.com/office/officeart/2005/8/colors/colorful2" csCatId="colorful" phldr="1"/>
      <dgm:spPr/>
    </dgm:pt>
    <dgm:pt modelId="{94D491A3-A342-4E97-AB7B-45374A38F679}">
      <dgm:prSet phldrT="[Text]" phldr="0"/>
      <dgm:spPr/>
      <dgm:t>
        <a:bodyPr/>
        <a:lstStyle/>
        <a:p>
          <a:pPr rtl="0"/>
          <a:r>
            <a:rPr lang="en-US" dirty="0">
              <a:latin typeface="Open Sans SemiBold"/>
            </a:rPr>
            <a:t>Pre-process data</a:t>
          </a:r>
          <a:endParaRPr lang="en-US" dirty="0"/>
        </a:p>
      </dgm:t>
    </dgm:pt>
    <dgm:pt modelId="{5CC361DF-EADD-4107-9B31-856E2DE21E38}" type="parTrans" cxnId="{403401D2-E408-49EB-A003-5DF8F022187E}">
      <dgm:prSet/>
      <dgm:spPr/>
    </dgm:pt>
    <dgm:pt modelId="{653DC788-2E95-4942-BB9C-4DC9FE652CD5}" type="sibTrans" cxnId="{403401D2-E408-49EB-A003-5DF8F022187E}">
      <dgm:prSet/>
      <dgm:spPr/>
      <dgm:t>
        <a:bodyPr/>
        <a:lstStyle/>
        <a:p>
          <a:endParaRPr lang="en-US"/>
        </a:p>
      </dgm:t>
    </dgm:pt>
    <dgm:pt modelId="{6C816680-C3E5-4E61-8E6A-236F01BC7F3E}">
      <dgm:prSet phldrT="[Text]" phldr="0"/>
      <dgm:spPr/>
      <dgm:t>
        <a:bodyPr/>
        <a:lstStyle/>
        <a:p>
          <a:pPr rtl="0"/>
          <a:r>
            <a:rPr lang="en-US" dirty="0">
              <a:latin typeface="Open Sans SemiBold"/>
            </a:rPr>
            <a:t>Define network</a:t>
          </a:r>
          <a:endParaRPr lang="en-US" dirty="0"/>
        </a:p>
      </dgm:t>
    </dgm:pt>
    <dgm:pt modelId="{3745AE2C-7CC8-41B8-B9DA-6D1A4AE99A88}" type="parTrans" cxnId="{33BC2A2C-B55A-440E-B45B-D4FAF1E5F270}">
      <dgm:prSet/>
      <dgm:spPr/>
    </dgm:pt>
    <dgm:pt modelId="{ECF73052-AADC-46B1-9FC9-7CEB98C4BB2C}" type="sibTrans" cxnId="{33BC2A2C-B55A-440E-B45B-D4FAF1E5F270}">
      <dgm:prSet/>
      <dgm:spPr/>
      <dgm:t>
        <a:bodyPr/>
        <a:lstStyle/>
        <a:p>
          <a:endParaRPr lang="en-US"/>
        </a:p>
      </dgm:t>
    </dgm:pt>
    <dgm:pt modelId="{47376DD6-802F-4BB5-8C9D-BCE74AE1978C}">
      <dgm:prSet phldrT="[Text]" phldr="0"/>
      <dgm:spPr/>
      <dgm:t>
        <a:bodyPr/>
        <a:lstStyle/>
        <a:p>
          <a:pPr rtl="0"/>
          <a:r>
            <a:rPr lang="en-US" dirty="0">
              <a:latin typeface="Open Sans SemiBold"/>
            </a:rPr>
            <a:t> Define loss function</a:t>
          </a:r>
          <a:endParaRPr lang="en-US" dirty="0"/>
        </a:p>
      </dgm:t>
    </dgm:pt>
    <dgm:pt modelId="{845C7DA5-1B9C-4703-8097-60DB8C1B73F3}" type="parTrans" cxnId="{A01780D8-CFEC-4506-A270-6A45CD5B0720}">
      <dgm:prSet/>
      <dgm:spPr/>
    </dgm:pt>
    <dgm:pt modelId="{B422843B-8933-42BA-8C0C-BFECFB3A098A}" type="sibTrans" cxnId="{A01780D8-CFEC-4506-A270-6A45CD5B0720}">
      <dgm:prSet/>
      <dgm:spPr/>
      <dgm:t>
        <a:bodyPr/>
        <a:lstStyle/>
        <a:p>
          <a:endParaRPr lang="en-US"/>
        </a:p>
      </dgm:t>
    </dgm:pt>
    <dgm:pt modelId="{A4DDCA11-1EE5-453A-8C93-CC441975963E}">
      <dgm:prSet phldr="0"/>
      <dgm:spPr/>
      <dgm:t>
        <a:bodyPr/>
        <a:lstStyle/>
        <a:p>
          <a:pPr rtl="0"/>
          <a:r>
            <a:rPr lang="en-US" dirty="0">
              <a:latin typeface="Open Sans SemiBold"/>
            </a:rPr>
            <a:t> Define optimizer </a:t>
          </a:r>
        </a:p>
      </dgm:t>
    </dgm:pt>
    <dgm:pt modelId="{CCF704E1-5723-444F-B1C7-B44F468A0CD1}" type="parTrans" cxnId="{6B20EB70-3F61-4A6C-A542-90E995F9E163}">
      <dgm:prSet/>
      <dgm:spPr/>
    </dgm:pt>
    <dgm:pt modelId="{E8161659-9467-4F7D-8210-0636EFB6576B}" type="sibTrans" cxnId="{6B20EB70-3F61-4A6C-A542-90E995F9E163}">
      <dgm:prSet/>
      <dgm:spPr/>
      <dgm:t>
        <a:bodyPr/>
        <a:lstStyle/>
        <a:p>
          <a:endParaRPr lang="en-US"/>
        </a:p>
      </dgm:t>
    </dgm:pt>
    <dgm:pt modelId="{77E20074-493F-4F9E-BF2D-A80B219C5DE4}">
      <dgm:prSet phldr="0"/>
      <dgm:spPr/>
      <dgm:t>
        <a:bodyPr/>
        <a:lstStyle/>
        <a:p>
          <a:pPr rtl="0"/>
          <a:r>
            <a:rPr lang="en-US" dirty="0">
              <a:latin typeface="Open Sans SemiBold"/>
            </a:rPr>
            <a:t> Training model</a:t>
          </a:r>
        </a:p>
      </dgm:t>
    </dgm:pt>
    <dgm:pt modelId="{FACD4B1A-EADE-429B-919E-A59DF918931F}" type="parTrans" cxnId="{A64755CA-26F5-4B93-9B27-028124EC2D53}">
      <dgm:prSet/>
      <dgm:spPr/>
    </dgm:pt>
    <dgm:pt modelId="{91CED7B6-48E4-463E-B6E2-4D6D2D5C66E4}" type="sibTrans" cxnId="{A64755CA-26F5-4B93-9B27-028124EC2D53}">
      <dgm:prSet/>
      <dgm:spPr/>
      <dgm:t>
        <a:bodyPr/>
        <a:lstStyle/>
        <a:p>
          <a:endParaRPr lang="en-US"/>
        </a:p>
      </dgm:t>
    </dgm:pt>
    <dgm:pt modelId="{D8935579-0307-4C67-9819-661756B54B38}">
      <dgm:prSet phldr="0"/>
      <dgm:spPr/>
      <dgm:t>
        <a:bodyPr/>
        <a:lstStyle/>
        <a:p>
          <a:pPr rtl="0"/>
          <a:r>
            <a:rPr lang="en-US" dirty="0">
              <a:latin typeface="Open Sans SemiBold"/>
            </a:rPr>
            <a:t> Validation and Testing</a:t>
          </a:r>
        </a:p>
      </dgm:t>
    </dgm:pt>
    <dgm:pt modelId="{9AB14174-CDBF-4516-B8DA-63E14154EA49}" type="parTrans" cxnId="{6A16E6D0-7D73-461A-A8C3-F8A8CDC41AA8}">
      <dgm:prSet/>
      <dgm:spPr/>
    </dgm:pt>
    <dgm:pt modelId="{74D7A4A3-2104-42BD-9B84-1206FFA7DC4D}" type="sibTrans" cxnId="{6A16E6D0-7D73-461A-A8C3-F8A8CDC41AA8}">
      <dgm:prSet/>
      <dgm:spPr/>
    </dgm:pt>
    <dgm:pt modelId="{2BFC0320-4A01-40E7-B7D1-E503F1BEE508}" type="pres">
      <dgm:prSet presAssocID="{DFD7BDE1-58CF-4F23-A775-A4D878033503}" presName="Name0" presStyleCnt="0">
        <dgm:presLayoutVars>
          <dgm:dir/>
          <dgm:animLvl val="lvl"/>
          <dgm:resizeHandles val="exact"/>
        </dgm:presLayoutVars>
      </dgm:prSet>
      <dgm:spPr/>
    </dgm:pt>
    <dgm:pt modelId="{12D495AB-0663-4A48-9746-C879D9BDE8DC}" type="pres">
      <dgm:prSet presAssocID="{94D491A3-A342-4E97-AB7B-45374A38F679}" presName="parTxOnly" presStyleLbl="node1" presStyleIdx="0" presStyleCnt="6">
        <dgm:presLayoutVars>
          <dgm:chMax val="0"/>
          <dgm:chPref val="0"/>
          <dgm:bulletEnabled val="1"/>
        </dgm:presLayoutVars>
      </dgm:prSet>
      <dgm:spPr/>
    </dgm:pt>
    <dgm:pt modelId="{B7EAD49F-AE9F-4307-8585-BF643ED1E7F5}" type="pres">
      <dgm:prSet presAssocID="{653DC788-2E95-4942-BB9C-4DC9FE652CD5}" presName="parTxOnlySpace" presStyleCnt="0"/>
      <dgm:spPr/>
    </dgm:pt>
    <dgm:pt modelId="{41CD7CBD-95F3-4A49-B52F-8AA83BF02E9C}" type="pres">
      <dgm:prSet presAssocID="{6C816680-C3E5-4E61-8E6A-236F01BC7F3E}" presName="parTxOnly" presStyleLbl="node1" presStyleIdx="1" presStyleCnt="6">
        <dgm:presLayoutVars>
          <dgm:chMax val="0"/>
          <dgm:chPref val="0"/>
          <dgm:bulletEnabled val="1"/>
        </dgm:presLayoutVars>
      </dgm:prSet>
      <dgm:spPr/>
    </dgm:pt>
    <dgm:pt modelId="{0ABE283D-AC0F-4DA3-87C2-D9772BEEF082}" type="pres">
      <dgm:prSet presAssocID="{ECF73052-AADC-46B1-9FC9-7CEB98C4BB2C}" presName="parTxOnlySpace" presStyleCnt="0"/>
      <dgm:spPr/>
    </dgm:pt>
    <dgm:pt modelId="{1688799B-E93E-4217-B578-92ABE3C4631F}" type="pres">
      <dgm:prSet presAssocID="{47376DD6-802F-4BB5-8C9D-BCE74AE1978C}" presName="parTxOnly" presStyleLbl="node1" presStyleIdx="2" presStyleCnt="6">
        <dgm:presLayoutVars>
          <dgm:chMax val="0"/>
          <dgm:chPref val="0"/>
          <dgm:bulletEnabled val="1"/>
        </dgm:presLayoutVars>
      </dgm:prSet>
      <dgm:spPr/>
    </dgm:pt>
    <dgm:pt modelId="{4141DADB-01ED-4C22-8C9D-835A119EE5F2}" type="pres">
      <dgm:prSet presAssocID="{B422843B-8933-42BA-8C0C-BFECFB3A098A}" presName="parTxOnlySpace" presStyleCnt="0"/>
      <dgm:spPr/>
    </dgm:pt>
    <dgm:pt modelId="{103B5B97-F765-4B2A-A801-AF24C48F75B6}" type="pres">
      <dgm:prSet presAssocID="{A4DDCA11-1EE5-453A-8C93-CC441975963E}" presName="parTxOnly" presStyleLbl="node1" presStyleIdx="3" presStyleCnt="6">
        <dgm:presLayoutVars>
          <dgm:chMax val="0"/>
          <dgm:chPref val="0"/>
          <dgm:bulletEnabled val="1"/>
        </dgm:presLayoutVars>
      </dgm:prSet>
      <dgm:spPr/>
    </dgm:pt>
    <dgm:pt modelId="{C3DA83EF-44D8-4390-94C8-99E2026E4DB7}" type="pres">
      <dgm:prSet presAssocID="{E8161659-9467-4F7D-8210-0636EFB6576B}" presName="parTxOnlySpace" presStyleCnt="0"/>
      <dgm:spPr/>
    </dgm:pt>
    <dgm:pt modelId="{D5152314-2E45-4012-B9C4-DAE0A5C78CA9}" type="pres">
      <dgm:prSet presAssocID="{77E20074-493F-4F9E-BF2D-A80B219C5DE4}" presName="parTxOnly" presStyleLbl="node1" presStyleIdx="4" presStyleCnt="6">
        <dgm:presLayoutVars>
          <dgm:chMax val="0"/>
          <dgm:chPref val="0"/>
          <dgm:bulletEnabled val="1"/>
        </dgm:presLayoutVars>
      </dgm:prSet>
      <dgm:spPr/>
    </dgm:pt>
    <dgm:pt modelId="{0EA5E573-F897-45F5-AB52-FE1271D698C5}" type="pres">
      <dgm:prSet presAssocID="{91CED7B6-48E4-463E-B6E2-4D6D2D5C66E4}" presName="parTxOnlySpace" presStyleCnt="0"/>
      <dgm:spPr/>
    </dgm:pt>
    <dgm:pt modelId="{B002CD02-85D3-4743-8BBD-C98FC49A7F30}" type="pres">
      <dgm:prSet presAssocID="{D8935579-0307-4C67-9819-661756B54B38}" presName="parTxOnly" presStyleLbl="node1" presStyleIdx="5" presStyleCnt="6">
        <dgm:presLayoutVars>
          <dgm:chMax val="0"/>
          <dgm:chPref val="0"/>
          <dgm:bulletEnabled val="1"/>
        </dgm:presLayoutVars>
      </dgm:prSet>
      <dgm:spPr/>
    </dgm:pt>
  </dgm:ptLst>
  <dgm:cxnLst>
    <dgm:cxn modelId="{33BC2A2C-B55A-440E-B45B-D4FAF1E5F270}" srcId="{DFD7BDE1-58CF-4F23-A775-A4D878033503}" destId="{6C816680-C3E5-4E61-8E6A-236F01BC7F3E}" srcOrd="1" destOrd="0" parTransId="{3745AE2C-7CC8-41B8-B9DA-6D1A4AE99A88}" sibTransId="{ECF73052-AADC-46B1-9FC9-7CEB98C4BB2C}"/>
    <dgm:cxn modelId="{4E45146F-9BA2-4271-A4E9-758EA6242F86}" type="presOf" srcId="{A4DDCA11-1EE5-453A-8C93-CC441975963E}" destId="{103B5B97-F765-4B2A-A801-AF24C48F75B6}" srcOrd="0" destOrd="0" presId="urn:microsoft.com/office/officeart/2005/8/layout/chevron1"/>
    <dgm:cxn modelId="{6B20EB70-3F61-4A6C-A542-90E995F9E163}" srcId="{DFD7BDE1-58CF-4F23-A775-A4D878033503}" destId="{A4DDCA11-1EE5-453A-8C93-CC441975963E}" srcOrd="3" destOrd="0" parTransId="{CCF704E1-5723-444F-B1C7-B44F468A0CD1}" sibTransId="{E8161659-9467-4F7D-8210-0636EFB6576B}"/>
    <dgm:cxn modelId="{7E865152-83D2-420E-860D-F5190663AA2F}" type="presOf" srcId="{47376DD6-802F-4BB5-8C9D-BCE74AE1978C}" destId="{1688799B-E93E-4217-B578-92ABE3C4631F}" srcOrd="0" destOrd="0" presId="urn:microsoft.com/office/officeart/2005/8/layout/chevron1"/>
    <dgm:cxn modelId="{1252F876-C89C-4D05-9CB4-18E5E7CF639A}" type="presOf" srcId="{6C816680-C3E5-4E61-8E6A-236F01BC7F3E}" destId="{41CD7CBD-95F3-4A49-B52F-8AA83BF02E9C}" srcOrd="0" destOrd="0" presId="urn:microsoft.com/office/officeart/2005/8/layout/chevron1"/>
    <dgm:cxn modelId="{A26BFF7D-0A1F-4CF5-87BC-2423AB4232B6}" type="presOf" srcId="{94D491A3-A342-4E97-AB7B-45374A38F679}" destId="{12D495AB-0663-4A48-9746-C879D9BDE8DC}" srcOrd="0" destOrd="0" presId="urn:microsoft.com/office/officeart/2005/8/layout/chevron1"/>
    <dgm:cxn modelId="{2FB98D7F-4BDD-4D36-9B8A-49E27C184EEB}" type="presOf" srcId="{DFD7BDE1-58CF-4F23-A775-A4D878033503}" destId="{2BFC0320-4A01-40E7-B7D1-E503F1BEE508}" srcOrd="0" destOrd="0" presId="urn:microsoft.com/office/officeart/2005/8/layout/chevron1"/>
    <dgm:cxn modelId="{A64755CA-26F5-4B93-9B27-028124EC2D53}" srcId="{DFD7BDE1-58CF-4F23-A775-A4D878033503}" destId="{77E20074-493F-4F9E-BF2D-A80B219C5DE4}" srcOrd="4" destOrd="0" parTransId="{FACD4B1A-EADE-429B-919E-A59DF918931F}" sibTransId="{91CED7B6-48E4-463E-B6E2-4D6D2D5C66E4}"/>
    <dgm:cxn modelId="{6A16E6D0-7D73-461A-A8C3-F8A8CDC41AA8}" srcId="{DFD7BDE1-58CF-4F23-A775-A4D878033503}" destId="{D8935579-0307-4C67-9819-661756B54B38}" srcOrd="5" destOrd="0" parTransId="{9AB14174-CDBF-4516-B8DA-63E14154EA49}" sibTransId="{74D7A4A3-2104-42BD-9B84-1206FFA7DC4D}"/>
    <dgm:cxn modelId="{403401D2-E408-49EB-A003-5DF8F022187E}" srcId="{DFD7BDE1-58CF-4F23-A775-A4D878033503}" destId="{94D491A3-A342-4E97-AB7B-45374A38F679}" srcOrd="0" destOrd="0" parTransId="{5CC361DF-EADD-4107-9B31-856E2DE21E38}" sibTransId="{653DC788-2E95-4942-BB9C-4DC9FE652CD5}"/>
    <dgm:cxn modelId="{A01780D8-CFEC-4506-A270-6A45CD5B0720}" srcId="{DFD7BDE1-58CF-4F23-A775-A4D878033503}" destId="{47376DD6-802F-4BB5-8C9D-BCE74AE1978C}" srcOrd="2" destOrd="0" parTransId="{845C7DA5-1B9C-4703-8097-60DB8C1B73F3}" sibTransId="{B422843B-8933-42BA-8C0C-BFECFB3A098A}"/>
    <dgm:cxn modelId="{E4B9D5D9-3CEC-4D32-AE6D-773F67E69BFB}" type="presOf" srcId="{77E20074-493F-4F9E-BF2D-A80B219C5DE4}" destId="{D5152314-2E45-4012-B9C4-DAE0A5C78CA9}" srcOrd="0" destOrd="0" presId="urn:microsoft.com/office/officeart/2005/8/layout/chevron1"/>
    <dgm:cxn modelId="{39DEDEF1-3CA4-4EED-92B3-3C547A761F36}" type="presOf" srcId="{D8935579-0307-4C67-9819-661756B54B38}" destId="{B002CD02-85D3-4743-8BBD-C98FC49A7F30}" srcOrd="0" destOrd="0" presId="urn:microsoft.com/office/officeart/2005/8/layout/chevron1"/>
    <dgm:cxn modelId="{729B92DA-6A45-421F-8022-E4EE0AA27A31}" type="presParOf" srcId="{2BFC0320-4A01-40E7-B7D1-E503F1BEE508}" destId="{12D495AB-0663-4A48-9746-C879D9BDE8DC}" srcOrd="0" destOrd="0" presId="urn:microsoft.com/office/officeart/2005/8/layout/chevron1"/>
    <dgm:cxn modelId="{386A12C3-92CE-48B6-8BDA-3E4BB9DC6426}" type="presParOf" srcId="{2BFC0320-4A01-40E7-B7D1-E503F1BEE508}" destId="{B7EAD49F-AE9F-4307-8585-BF643ED1E7F5}" srcOrd="1" destOrd="0" presId="urn:microsoft.com/office/officeart/2005/8/layout/chevron1"/>
    <dgm:cxn modelId="{6ECBC8E4-9C3E-4913-AF25-DEE759571EDA}" type="presParOf" srcId="{2BFC0320-4A01-40E7-B7D1-E503F1BEE508}" destId="{41CD7CBD-95F3-4A49-B52F-8AA83BF02E9C}" srcOrd="2" destOrd="0" presId="urn:microsoft.com/office/officeart/2005/8/layout/chevron1"/>
    <dgm:cxn modelId="{C7757791-9272-4C30-B812-D7248298F9B6}" type="presParOf" srcId="{2BFC0320-4A01-40E7-B7D1-E503F1BEE508}" destId="{0ABE283D-AC0F-4DA3-87C2-D9772BEEF082}" srcOrd="3" destOrd="0" presId="urn:microsoft.com/office/officeart/2005/8/layout/chevron1"/>
    <dgm:cxn modelId="{7487369A-9318-4B52-8647-F8D938E6F3F6}" type="presParOf" srcId="{2BFC0320-4A01-40E7-B7D1-E503F1BEE508}" destId="{1688799B-E93E-4217-B578-92ABE3C4631F}" srcOrd="4" destOrd="0" presId="urn:microsoft.com/office/officeart/2005/8/layout/chevron1"/>
    <dgm:cxn modelId="{4A77FFB8-0313-4FC1-9C54-D432814D0949}" type="presParOf" srcId="{2BFC0320-4A01-40E7-B7D1-E503F1BEE508}" destId="{4141DADB-01ED-4C22-8C9D-835A119EE5F2}" srcOrd="5" destOrd="0" presId="urn:microsoft.com/office/officeart/2005/8/layout/chevron1"/>
    <dgm:cxn modelId="{C76A252F-FCB4-4FA5-9F36-783201D9F6AA}" type="presParOf" srcId="{2BFC0320-4A01-40E7-B7D1-E503F1BEE508}" destId="{103B5B97-F765-4B2A-A801-AF24C48F75B6}" srcOrd="6" destOrd="0" presId="urn:microsoft.com/office/officeart/2005/8/layout/chevron1"/>
    <dgm:cxn modelId="{399D84A3-C01D-4D3D-92CA-86C48B07E910}" type="presParOf" srcId="{2BFC0320-4A01-40E7-B7D1-E503F1BEE508}" destId="{C3DA83EF-44D8-4390-94C8-99E2026E4DB7}" srcOrd="7" destOrd="0" presId="urn:microsoft.com/office/officeart/2005/8/layout/chevron1"/>
    <dgm:cxn modelId="{2F413CCA-C578-46F5-90D3-FEAEE5BD75DA}" type="presParOf" srcId="{2BFC0320-4A01-40E7-B7D1-E503F1BEE508}" destId="{D5152314-2E45-4012-B9C4-DAE0A5C78CA9}" srcOrd="8" destOrd="0" presId="urn:microsoft.com/office/officeart/2005/8/layout/chevron1"/>
    <dgm:cxn modelId="{C6DBA3D1-1EE3-4432-8ED8-16DCC041C38C}" type="presParOf" srcId="{2BFC0320-4A01-40E7-B7D1-E503F1BEE508}" destId="{0EA5E573-F897-45F5-AB52-FE1271D698C5}" srcOrd="9" destOrd="0" presId="urn:microsoft.com/office/officeart/2005/8/layout/chevron1"/>
    <dgm:cxn modelId="{365728C3-12B7-4D27-A9AB-48297F708C17}" type="presParOf" srcId="{2BFC0320-4A01-40E7-B7D1-E503F1BEE508}" destId="{B002CD02-85D3-4743-8BBD-C98FC49A7F30}"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495AB-0663-4A48-9746-C879D9BDE8DC}">
      <dsp:nvSpPr>
        <dsp:cNvPr id="0" name=""/>
        <dsp:cNvSpPr/>
      </dsp:nvSpPr>
      <dsp:spPr>
        <a:xfrm>
          <a:off x="5138" y="427944"/>
          <a:ext cx="1911704" cy="764681"/>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Pre-process data</a:t>
          </a:r>
          <a:endParaRPr lang="en-US" sz="1500" kern="1200" dirty="0"/>
        </a:p>
      </dsp:txBody>
      <dsp:txXfrm>
        <a:off x="387479" y="427944"/>
        <a:ext cx="1147023" cy="764681"/>
      </dsp:txXfrm>
    </dsp:sp>
    <dsp:sp modelId="{41CD7CBD-95F3-4A49-B52F-8AA83BF02E9C}">
      <dsp:nvSpPr>
        <dsp:cNvPr id="0" name=""/>
        <dsp:cNvSpPr/>
      </dsp:nvSpPr>
      <dsp:spPr>
        <a:xfrm>
          <a:off x="1725673" y="427944"/>
          <a:ext cx="1911704" cy="764681"/>
        </a:xfrm>
        <a:prstGeom prst="chevron">
          <a:avLst/>
        </a:prstGeom>
        <a:solidFill>
          <a:schemeClr val="accent2">
            <a:hueOff val="1962764"/>
            <a:satOff val="-4187"/>
            <a:lumOff val="-69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Define network</a:t>
          </a:r>
          <a:endParaRPr lang="en-US" sz="1500" kern="1200" dirty="0"/>
        </a:p>
      </dsp:txBody>
      <dsp:txXfrm>
        <a:off x="2108014" y="427944"/>
        <a:ext cx="1147023" cy="764681"/>
      </dsp:txXfrm>
    </dsp:sp>
    <dsp:sp modelId="{1688799B-E93E-4217-B578-92ABE3C4631F}">
      <dsp:nvSpPr>
        <dsp:cNvPr id="0" name=""/>
        <dsp:cNvSpPr/>
      </dsp:nvSpPr>
      <dsp:spPr>
        <a:xfrm>
          <a:off x="3446207" y="427944"/>
          <a:ext cx="1911704" cy="764681"/>
        </a:xfrm>
        <a:prstGeom prst="chevron">
          <a:avLst/>
        </a:prstGeom>
        <a:solidFill>
          <a:schemeClr val="accent2">
            <a:hueOff val="3925528"/>
            <a:satOff val="-8374"/>
            <a:lumOff val="-13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loss function</a:t>
          </a:r>
          <a:endParaRPr lang="en-US" sz="1500" kern="1200" dirty="0"/>
        </a:p>
      </dsp:txBody>
      <dsp:txXfrm>
        <a:off x="3828548" y="427944"/>
        <a:ext cx="1147023" cy="764681"/>
      </dsp:txXfrm>
    </dsp:sp>
    <dsp:sp modelId="{103B5B97-F765-4B2A-A801-AF24C48F75B6}">
      <dsp:nvSpPr>
        <dsp:cNvPr id="0" name=""/>
        <dsp:cNvSpPr/>
      </dsp:nvSpPr>
      <dsp:spPr>
        <a:xfrm>
          <a:off x="5166741" y="427944"/>
          <a:ext cx="1911704" cy="764681"/>
        </a:xfrm>
        <a:prstGeom prst="chevron">
          <a:avLst/>
        </a:prstGeom>
        <a:solidFill>
          <a:schemeClr val="accent2">
            <a:hueOff val="5888292"/>
            <a:satOff val="-12561"/>
            <a:lumOff val="-209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optimizer </a:t>
          </a:r>
        </a:p>
      </dsp:txBody>
      <dsp:txXfrm>
        <a:off x="5549082" y="427944"/>
        <a:ext cx="1147023" cy="764681"/>
      </dsp:txXfrm>
    </dsp:sp>
    <dsp:sp modelId="{D5152314-2E45-4012-B9C4-DAE0A5C78CA9}">
      <dsp:nvSpPr>
        <dsp:cNvPr id="0" name=""/>
        <dsp:cNvSpPr/>
      </dsp:nvSpPr>
      <dsp:spPr>
        <a:xfrm>
          <a:off x="6887275" y="427944"/>
          <a:ext cx="1911704" cy="764681"/>
        </a:xfrm>
        <a:prstGeom prst="chevron">
          <a:avLst/>
        </a:prstGeom>
        <a:solidFill>
          <a:schemeClr val="accent2">
            <a:hueOff val="7851056"/>
            <a:satOff val="-16748"/>
            <a:lumOff val="-27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Training model</a:t>
          </a:r>
        </a:p>
      </dsp:txBody>
      <dsp:txXfrm>
        <a:off x="7269616" y="427944"/>
        <a:ext cx="1147023" cy="764681"/>
      </dsp:txXfrm>
    </dsp:sp>
    <dsp:sp modelId="{B002CD02-85D3-4743-8BBD-C98FC49A7F30}">
      <dsp:nvSpPr>
        <dsp:cNvPr id="0" name=""/>
        <dsp:cNvSpPr/>
      </dsp:nvSpPr>
      <dsp:spPr>
        <a:xfrm>
          <a:off x="8607809" y="427944"/>
          <a:ext cx="1911704" cy="764681"/>
        </a:xfrm>
        <a:prstGeom prst="chevron">
          <a:avLst/>
        </a:prstGeom>
        <a:solidFill>
          <a:schemeClr val="accent2">
            <a:hueOff val="9813820"/>
            <a:satOff val="-20935"/>
            <a:lumOff val="-349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Validation and Testing</a:t>
          </a:r>
        </a:p>
      </dsp:txBody>
      <dsp:txXfrm>
        <a:off x="8990150" y="427944"/>
        <a:ext cx="1147023" cy="7646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495AB-0663-4A48-9746-C879D9BDE8DC}">
      <dsp:nvSpPr>
        <dsp:cNvPr id="0" name=""/>
        <dsp:cNvSpPr/>
      </dsp:nvSpPr>
      <dsp:spPr>
        <a:xfrm>
          <a:off x="5138" y="427944"/>
          <a:ext cx="1911704" cy="764681"/>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Pre-process data</a:t>
          </a:r>
          <a:endParaRPr lang="en-US" sz="1500" kern="1200" dirty="0"/>
        </a:p>
      </dsp:txBody>
      <dsp:txXfrm>
        <a:off x="387479" y="427944"/>
        <a:ext cx="1147023" cy="764681"/>
      </dsp:txXfrm>
    </dsp:sp>
    <dsp:sp modelId="{41CD7CBD-95F3-4A49-B52F-8AA83BF02E9C}">
      <dsp:nvSpPr>
        <dsp:cNvPr id="0" name=""/>
        <dsp:cNvSpPr/>
      </dsp:nvSpPr>
      <dsp:spPr>
        <a:xfrm>
          <a:off x="1725673" y="427944"/>
          <a:ext cx="1911704" cy="764681"/>
        </a:xfrm>
        <a:prstGeom prst="chevron">
          <a:avLst/>
        </a:prstGeom>
        <a:solidFill>
          <a:schemeClr val="accent2">
            <a:hueOff val="1962764"/>
            <a:satOff val="-4187"/>
            <a:lumOff val="-69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Define network</a:t>
          </a:r>
          <a:endParaRPr lang="en-US" sz="1500" kern="1200" dirty="0"/>
        </a:p>
      </dsp:txBody>
      <dsp:txXfrm>
        <a:off x="2108014" y="427944"/>
        <a:ext cx="1147023" cy="764681"/>
      </dsp:txXfrm>
    </dsp:sp>
    <dsp:sp modelId="{1688799B-E93E-4217-B578-92ABE3C4631F}">
      <dsp:nvSpPr>
        <dsp:cNvPr id="0" name=""/>
        <dsp:cNvSpPr/>
      </dsp:nvSpPr>
      <dsp:spPr>
        <a:xfrm>
          <a:off x="3446207" y="427944"/>
          <a:ext cx="1911704" cy="764681"/>
        </a:xfrm>
        <a:prstGeom prst="chevron">
          <a:avLst/>
        </a:prstGeom>
        <a:solidFill>
          <a:schemeClr val="accent2">
            <a:hueOff val="3925528"/>
            <a:satOff val="-8374"/>
            <a:lumOff val="-13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loss function</a:t>
          </a:r>
          <a:endParaRPr lang="en-US" sz="1500" kern="1200" dirty="0"/>
        </a:p>
      </dsp:txBody>
      <dsp:txXfrm>
        <a:off x="3828548" y="427944"/>
        <a:ext cx="1147023" cy="764681"/>
      </dsp:txXfrm>
    </dsp:sp>
    <dsp:sp modelId="{103B5B97-F765-4B2A-A801-AF24C48F75B6}">
      <dsp:nvSpPr>
        <dsp:cNvPr id="0" name=""/>
        <dsp:cNvSpPr/>
      </dsp:nvSpPr>
      <dsp:spPr>
        <a:xfrm>
          <a:off x="5166741" y="427944"/>
          <a:ext cx="1911704" cy="764681"/>
        </a:xfrm>
        <a:prstGeom prst="chevron">
          <a:avLst/>
        </a:prstGeom>
        <a:solidFill>
          <a:schemeClr val="accent2">
            <a:hueOff val="5888292"/>
            <a:satOff val="-12561"/>
            <a:lumOff val="-209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optimizer </a:t>
          </a:r>
        </a:p>
      </dsp:txBody>
      <dsp:txXfrm>
        <a:off x="5549082" y="427944"/>
        <a:ext cx="1147023" cy="764681"/>
      </dsp:txXfrm>
    </dsp:sp>
    <dsp:sp modelId="{D5152314-2E45-4012-B9C4-DAE0A5C78CA9}">
      <dsp:nvSpPr>
        <dsp:cNvPr id="0" name=""/>
        <dsp:cNvSpPr/>
      </dsp:nvSpPr>
      <dsp:spPr>
        <a:xfrm>
          <a:off x="6887275" y="427944"/>
          <a:ext cx="1911704" cy="764681"/>
        </a:xfrm>
        <a:prstGeom prst="chevron">
          <a:avLst/>
        </a:prstGeom>
        <a:solidFill>
          <a:schemeClr val="accent2">
            <a:hueOff val="7851056"/>
            <a:satOff val="-16748"/>
            <a:lumOff val="-27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Training model</a:t>
          </a:r>
        </a:p>
      </dsp:txBody>
      <dsp:txXfrm>
        <a:off x="7269616" y="427944"/>
        <a:ext cx="1147023" cy="764681"/>
      </dsp:txXfrm>
    </dsp:sp>
    <dsp:sp modelId="{B002CD02-85D3-4743-8BBD-C98FC49A7F30}">
      <dsp:nvSpPr>
        <dsp:cNvPr id="0" name=""/>
        <dsp:cNvSpPr/>
      </dsp:nvSpPr>
      <dsp:spPr>
        <a:xfrm>
          <a:off x="8607809" y="427944"/>
          <a:ext cx="1911704" cy="764681"/>
        </a:xfrm>
        <a:prstGeom prst="chevron">
          <a:avLst/>
        </a:prstGeom>
        <a:solidFill>
          <a:schemeClr val="accent2">
            <a:hueOff val="9813820"/>
            <a:satOff val="-20935"/>
            <a:lumOff val="-349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Validation and Testing</a:t>
          </a:r>
        </a:p>
      </dsp:txBody>
      <dsp:txXfrm>
        <a:off x="8990150" y="427944"/>
        <a:ext cx="1147023" cy="7646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495AB-0663-4A48-9746-C879D9BDE8DC}">
      <dsp:nvSpPr>
        <dsp:cNvPr id="0" name=""/>
        <dsp:cNvSpPr/>
      </dsp:nvSpPr>
      <dsp:spPr>
        <a:xfrm>
          <a:off x="5138" y="427944"/>
          <a:ext cx="1911704" cy="764681"/>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Pre-process data</a:t>
          </a:r>
          <a:endParaRPr lang="en-US" sz="1500" kern="1200" dirty="0"/>
        </a:p>
      </dsp:txBody>
      <dsp:txXfrm>
        <a:off x="387479" y="427944"/>
        <a:ext cx="1147023" cy="764681"/>
      </dsp:txXfrm>
    </dsp:sp>
    <dsp:sp modelId="{41CD7CBD-95F3-4A49-B52F-8AA83BF02E9C}">
      <dsp:nvSpPr>
        <dsp:cNvPr id="0" name=""/>
        <dsp:cNvSpPr/>
      </dsp:nvSpPr>
      <dsp:spPr>
        <a:xfrm>
          <a:off x="1725673" y="427944"/>
          <a:ext cx="1911704" cy="764681"/>
        </a:xfrm>
        <a:prstGeom prst="chevron">
          <a:avLst/>
        </a:prstGeom>
        <a:solidFill>
          <a:schemeClr val="accent2">
            <a:hueOff val="1962764"/>
            <a:satOff val="-4187"/>
            <a:lumOff val="-69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Define network</a:t>
          </a:r>
          <a:endParaRPr lang="en-US" sz="1500" kern="1200" dirty="0"/>
        </a:p>
      </dsp:txBody>
      <dsp:txXfrm>
        <a:off x="2108014" y="427944"/>
        <a:ext cx="1147023" cy="764681"/>
      </dsp:txXfrm>
    </dsp:sp>
    <dsp:sp modelId="{1688799B-E93E-4217-B578-92ABE3C4631F}">
      <dsp:nvSpPr>
        <dsp:cNvPr id="0" name=""/>
        <dsp:cNvSpPr/>
      </dsp:nvSpPr>
      <dsp:spPr>
        <a:xfrm>
          <a:off x="3446207" y="427944"/>
          <a:ext cx="1911704" cy="764681"/>
        </a:xfrm>
        <a:prstGeom prst="chevron">
          <a:avLst/>
        </a:prstGeom>
        <a:solidFill>
          <a:schemeClr val="accent2">
            <a:hueOff val="3925528"/>
            <a:satOff val="-8374"/>
            <a:lumOff val="-13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loss function</a:t>
          </a:r>
          <a:endParaRPr lang="en-US" sz="1500" kern="1200" dirty="0"/>
        </a:p>
      </dsp:txBody>
      <dsp:txXfrm>
        <a:off x="3828548" y="427944"/>
        <a:ext cx="1147023" cy="764681"/>
      </dsp:txXfrm>
    </dsp:sp>
    <dsp:sp modelId="{103B5B97-F765-4B2A-A801-AF24C48F75B6}">
      <dsp:nvSpPr>
        <dsp:cNvPr id="0" name=""/>
        <dsp:cNvSpPr/>
      </dsp:nvSpPr>
      <dsp:spPr>
        <a:xfrm>
          <a:off x="5166741" y="427944"/>
          <a:ext cx="1911704" cy="764681"/>
        </a:xfrm>
        <a:prstGeom prst="chevron">
          <a:avLst/>
        </a:prstGeom>
        <a:solidFill>
          <a:schemeClr val="accent2">
            <a:hueOff val="5888292"/>
            <a:satOff val="-12561"/>
            <a:lumOff val="-209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optimizer </a:t>
          </a:r>
        </a:p>
      </dsp:txBody>
      <dsp:txXfrm>
        <a:off x="5549082" y="427944"/>
        <a:ext cx="1147023" cy="764681"/>
      </dsp:txXfrm>
    </dsp:sp>
    <dsp:sp modelId="{D5152314-2E45-4012-B9C4-DAE0A5C78CA9}">
      <dsp:nvSpPr>
        <dsp:cNvPr id="0" name=""/>
        <dsp:cNvSpPr/>
      </dsp:nvSpPr>
      <dsp:spPr>
        <a:xfrm>
          <a:off x="6887275" y="427944"/>
          <a:ext cx="1911704" cy="764681"/>
        </a:xfrm>
        <a:prstGeom prst="chevron">
          <a:avLst/>
        </a:prstGeom>
        <a:solidFill>
          <a:schemeClr val="accent2">
            <a:hueOff val="7851056"/>
            <a:satOff val="-16748"/>
            <a:lumOff val="-27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Training model</a:t>
          </a:r>
        </a:p>
      </dsp:txBody>
      <dsp:txXfrm>
        <a:off x="7269616" y="427944"/>
        <a:ext cx="1147023" cy="764681"/>
      </dsp:txXfrm>
    </dsp:sp>
    <dsp:sp modelId="{B002CD02-85D3-4743-8BBD-C98FC49A7F30}">
      <dsp:nvSpPr>
        <dsp:cNvPr id="0" name=""/>
        <dsp:cNvSpPr/>
      </dsp:nvSpPr>
      <dsp:spPr>
        <a:xfrm>
          <a:off x="8607809" y="427944"/>
          <a:ext cx="1911704" cy="764681"/>
        </a:xfrm>
        <a:prstGeom prst="chevron">
          <a:avLst/>
        </a:prstGeom>
        <a:solidFill>
          <a:schemeClr val="accent2">
            <a:hueOff val="9813820"/>
            <a:satOff val="-20935"/>
            <a:lumOff val="-349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Validation and Testing</a:t>
          </a:r>
        </a:p>
      </dsp:txBody>
      <dsp:txXfrm>
        <a:off x="8990150" y="427944"/>
        <a:ext cx="1147023" cy="7646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495AB-0663-4A48-9746-C879D9BDE8DC}">
      <dsp:nvSpPr>
        <dsp:cNvPr id="0" name=""/>
        <dsp:cNvSpPr/>
      </dsp:nvSpPr>
      <dsp:spPr>
        <a:xfrm>
          <a:off x="5138" y="427944"/>
          <a:ext cx="1911704" cy="764681"/>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Pre-process data</a:t>
          </a:r>
          <a:endParaRPr lang="en-US" sz="1500" kern="1200" dirty="0"/>
        </a:p>
      </dsp:txBody>
      <dsp:txXfrm>
        <a:off x="387479" y="427944"/>
        <a:ext cx="1147023" cy="764681"/>
      </dsp:txXfrm>
    </dsp:sp>
    <dsp:sp modelId="{41CD7CBD-95F3-4A49-B52F-8AA83BF02E9C}">
      <dsp:nvSpPr>
        <dsp:cNvPr id="0" name=""/>
        <dsp:cNvSpPr/>
      </dsp:nvSpPr>
      <dsp:spPr>
        <a:xfrm>
          <a:off x="1725673" y="427944"/>
          <a:ext cx="1911704" cy="764681"/>
        </a:xfrm>
        <a:prstGeom prst="chevron">
          <a:avLst/>
        </a:prstGeom>
        <a:solidFill>
          <a:schemeClr val="accent2">
            <a:hueOff val="1962764"/>
            <a:satOff val="-4187"/>
            <a:lumOff val="-69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Define network</a:t>
          </a:r>
          <a:endParaRPr lang="en-US" sz="1500" kern="1200" dirty="0"/>
        </a:p>
      </dsp:txBody>
      <dsp:txXfrm>
        <a:off x="2108014" y="427944"/>
        <a:ext cx="1147023" cy="764681"/>
      </dsp:txXfrm>
    </dsp:sp>
    <dsp:sp modelId="{1688799B-E93E-4217-B578-92ABE3C4631F}">
      <dsp:nvSpPr>
        <dsp:cNvPr id="0" name=""/>
        <dsp:cNvSpPr/>
      </dsp:nvSpPr>
      <dsp:spPr>
        <a:xfrm>
          <a:off x="3446207" y="427944"/>
          <a:ext cx="1911704" cy="764681"/>
        </a:xfrm>
        <a:prstGeom prst="chevron">
          <a:avLst/>
        </a:prstGeom>
        <a:solidFill>
          <a:schemeClr val="accent2">
            <a:hueOff val="3925528"/>
            <a:satOff val="-8374"/>
            <a:lumOff val="-13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loss function</a:t>
          </a:r>
          <a:endParaRPr lang="en-US" sz="1500" kern="1200" dirty="0"/>
        </a:p>
      </dsp:txBody>
      <dsp:txXfrm>
        <a:off x="3828548" y="427944"/>
        <a:ext cx="1147023" cy="764681"/>
      </dsp:txXfrm>
    </dsp:sp>
    <dsp:sp modelId="{103B5B97-F765-4B2A-A801-AF24C48F75B6}">
      <dsp:nvSpPr>
        <dsp:cNvPr id="0" name=""/>
        <dsp:cNvSpPr/>
      </dsp:nvSpPr>
      <dsp:spPr>
        <a:xfrm>
          <a:off x="5166741" y="427944"/>
          <a:ext cx="1911704" cy="764681"/>
        </a:xfrm>
        <a:prstGeom prst="chevron">
          <a:avLst/>
        </a:prstGeom>
        <a:solidFill>
          <a:schemeClr val="accent2">
            <a:hueOff val="5888292"/>
            <a:satOff val="-12561"/>
            <a:lumOff val="-209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optimizer </a:t>
          </a:r>
        </a:p>
      </dsp:txBody>
      <dsp:txXfrm>
        <a:off x="5549082" y="427944"/>
        <a:ext cx="1147023" cy="764681"/>
      </dsp:txXfrm>
    </dsp:sp>
    <dsp:sp modelId="{D5152314-2E45-4012-B9C4-DAE0A5C78CA9}">
      <dsp:nvSpPr>
        <dsp:cNvPr id="0" name=""/>
        <dsp:cNvSpPr/>
      </dsp:nvSpPr>
      <dsp:spPr>
        <a:xfrm>
          <a:off x="6887275" y="427944"/>
          <a:ext cx="1911704" cy="764681"/>
        </a:xfrm>
        <a:prstGeom prst="chevron">
          <a:avLst/>
        </a:prstGeom>
        <a:solidFill>
          <a:schemeClr val="accent2">
            <a:hueOff val="7851056"/>
            <a:satOff val="-16748"/>
            <a:lumOff val="-27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Training model</a:t>
          </a:r>
        </a:p>
      </dsp:txBody>
      <dsp:txXfrm>
        <a:off x="7269616" y="427944"/>
        <a:ext cx="1147023" cy="764681"/>
      </dsp:txXfrm>
    </dsp:sp>
    <dsp:sp modelId="{B002CD02-85D3-4743-8BBD-C98FC49A7F30}">
      <dsp:nvSpPr>
        <dsp:cNvPr id="0" name=""/>
        <dsp:cNvSpPr/>
      </dsp:nvSpPr>
      <dsp:spPr>
        <a:xfrm>
          <a:off x="8607809" y="427944"/>
          <a:ext cx="1911704" cy="764681"/>
        </a:xfrm>
        <a:prstGeom prst="chevron">
          <a:avLst/>
        </a:prstGeom>
        <a:solidFill>
          <a:schemeClr val="accent2">
            <a:hueOff val="9813820"/>
            <a:satOff val="-20935"/>
            <a:lumOff val="-349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Validation and Testing</a:t>
          </a:r>
        </a:p>
      </dsp:txBody>
      <dsp:txXfrm>
        <a:off x="8990150" y="427944"/>
        <a:ext cx="1147023" cy="76468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495AB-0663-4A48-9746-C879D9BDE8DC}">
      <dsp:nvSpPr>
        <dsp:cNvPr id="0" name=""/>
        <dsp:cNvSpPr/>
      </dsp:nvSpPr>
      <dsp:spPr>
        <a:xfrm>
          <a:off x="5138" y="427944"/>
          <a:ext cx="1911704" cy="764681"/>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Pre-process data</a:t>
          </a:r>
          <a:endParaRPr lang="en-US" sz="1500" kern="1200" dirty="0"/>
        </a:p>
      </dsp:txBody>
      <dsp:txXfrm>
        <a:off x="387479" y="427944"/>
        <a:ext cx="1147023" cy="764681"/>
      </dsp:txXfrm>
    </dsp:sp>
    <dsp:sp modelId="{41CD7CBD-95F3-4A49-B52F-8AA83BF02E9C}">
      <dsp:nvSpPr>
        <dsp:cNvPr id="0" name=""/>
        <dsp:cNvSpPr/>
      </dsp:nvSpPr>
      <dsp:spPr>
        <a:xfrm>
          <a:off x="1725673" y="427944"/>
          <a:ext cx="1911704" cy="764681"/>
        </a:xfrm>
        <a:prstGeom prst="chevron">
          <a:avLst/>
        </a:prstGeom>
        <a:solidFill>
          <a:schemeClr val="accent2">
            <a:hueOff val="1962764"/>
            <a:satOff val="-4187"/>
            <a:lumOff val="-69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Define network</a:t>
          </a:r>
          <a:endParaRPr lang="en-US" sz="1500" kern="1200" dirty="0"/>
        </a:p>
      </dsp:txBody>
      <dsp:txXfrm>
        <a:off x="2108014" y="427944"/>
        <a:ext cx="1147023" cy="764681"/>
      </dsp:txXfrm>
    </dsp:sp>
    <dsp:sp modelId="{1688799B-E93E-4217-B578-92ABE3C4631F}">
      <dsp:nvSpPr>
        <dsp:cNvPr id="0" name=""/>
        <dsp:cNvSpPr/>
      </dsp:nvSpPr>
      <dsp:spPr>
        <a:xfrm>
          <a:off x="3446207" y="427944"/>
          <a:ext cx="1911704" cy="764681"/>
        </a:xfrm>
        <a:prstGeom prst="chevron">
          <a:avLst/>
        </a:prstGeom>
        <a:solidFill>
          <a:schemeClr val="accent2">
            <a:hueOff val="3925528"/>
            <a:satOff val="-8374"/>
            <a:lumOff val="-13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loss function</a:t>
          </a:r>
          <a:endParaRPr lang="en-US" sz="1500" kern="1200" dirty="0"/>
        </a:p>
      </dsp:txBody>
      <dsp:txXfrm>
        <a:off x="3828548" y="427944"/>
        <a:ext cx="1147023" cy="764681"/>
      </dsp:txXfrm>
    </dsp:sp>
    <dsp:sp modelId="{103B5B97-F765-4B2A-A801-AF24C48F75B6}">
      <dsp:nvSpPr>
        <dsp:cNvPr id="0" name=""/>
        <dsp:cNvSpPr/>
      </dsp:nvSpPr>
      <dsp:spPr>
        <a:xfrm>
          <a:off x="5166741" y="427944"/>
          <a:ext cx="1911704" cy="764681"/>
        </a:xfrm>
        <a:prstGeom prst="chevron">
          <a:avLst/>
        </a:prstGeom>
        <a:solidFill>
          <a:schemeClr val="accent2">
            <a:hueOff val="5888292"/>
            <a:satOff val="-12561"/>
            <a:lumOff val="-209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optimizer </a:t>
          </a:r>
        </a:p>
      </dsp:txBody>
      <dsp:txXfrm>
        <a:off x="5549082" y="427944"/>
        <a:ext cx="1147023" cy="764681"/>
      </dsp:txXfrm>
    </dsp:sp>
    <dsp:sp modelId="{D5152314-2E45-4012-B9C4-DAE0A5C78CA9}">
      <dsp:nvSpPr>
        <dsp:cNvPr id="0" name=""/>
        <dsp:cNvSpPr/>
      </dsp:nvSpPr>
      <dsp:spPr>
        <a:xfrm>
          <a:off x="6887275" y="427944"/>
          <a:ext cx="1911704" cy="764681"/>
        </a:xfrm>
        <a:prstGeom prst="chevron">
          <a:avLst/>
        </a:prstGeom>
        <a:solidFill>
          <a:schemeClr val="accent2">
            <a:hueOff val="7851056"/>
            <a:satOff val="-16748"/>
            <a:lumOff val="-27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Training model</a:t>
          </a:r>
        </a:p>
      </dsp:txBody>
      <dsp:txXfrm>
        <a:off x="7269616" y="427944"/>
        <a:ext cx="1147023" cy="764681"/>
      </dsp:txXfrm>
    </dsp:sp>
    <dsp:sp modelId="{B002CD02-85D3-4743-8BBD-C98FC49A7F30}">
      <dsp:nvSpPr>
        <dsp:cNvPr id="0" name=""/>
        <dsp:cNvSpPr/>
      </dsp:nvSpPr>
      <dsp:spPr>
        <a:xfrm>
          <a:off x="8607809" y="427944"/>
          <a:ext cx="1911704" cy="764681"/>
        </a:xfrm>
        <a:prstGeom prst="chevron">
          <a:avLst/>
        </a:prstGeom>
        <a:solidFill>
          <a:schemeClr val="accent2">
            <a:hueOff val="9813820"/>
            <a:satOff val="-20935"/>
            <a:lumOff val="-349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Validation and Testing</a:t>
          </a:r>
        </a:p>
      </dsp:txBody>
      <dsp:txXfrm>
        <a:off x="8990150" y="427944"/>
        <a:ext cx="1147023" cy="76468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495AB-0663-4A48-9746-C879D9BDE8DC}">
      <dsp:nvSpPr>
        <dsp:cNvPr id="0" name=""/>
        <dsp:cNvSpPr/>
      </dsp:nvSpPr>
      <dsp:spPr>
        <a:xfrm>
          <a:off x="5138" y="427944"/>
          <a:ext cx="1911704" cy="764681"/>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Pre-process data</a:t>
          </a:r>
          <a:endParaRPr lang="en-US" sz="1500" kern="1200" dirty="0"/>
        </a:p>
      </dsp:txBody>
      <dsp:txXfrm>
        <a:off x="387479" y="427944"/>
        <a:ext cx="1147023" cy="764681"/>
      </dsp:txXfrm>
    </dsp:sp>
    <dsp:sp modelId="{41CD7CBD-95F3-4A49-B52F-8AA83BF02E9C}">
      <dsp:nvSpPr>
        <dsp:cNvPr id="0" name=""/>
        <dsp:cNvSpPr/>
      </dsp:nvSpPr>
      <dsp:spPr>
        <a:xfrm>
          <a:off x="1725673" y="427944"/>
          <a:ext cx="1911704" cy="764681"/>
        </a:xfrm>
        <a:prstGeom prst="chevron">
          <a:avLst/>
        </a:prstGeom>
        <a:solidFill>
          <a:schemeClr val="accent2">
            <a:hueOff val="1962764"/>
            <a:satOff val="-4187"/>
            <a:lumOff val="-69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Define network</a:t>
          </a:r>
          <a:endParaRPr lang="en-US" sz="1500" kern="1200" dirty="0"/>
        </a:p>
      </dsp:txBody>
      <dsp:txXfrm>
        <a:off x="2108014" y="427944"/>
        <a:ext cx="1147023" cy="764681"/>
      </dsp:txXfrm>
    </dsp:sp>
    <dsp:sp modelId="{1688799B-E93E-4217-B578-92ABE3C4631F}">
      <dsp:nvSpPr>
        <dsp:cNvPr id="0" name=""/>
        <dsp:cNvSpPr/>
      </dsp:nvSpPr>
      <dsp:spPr>
        <a:xfrm>
          <a:off x="3446207" y="427944"/>
          <a:ext cx="1911704" cy="764681"/>
        </a:xfrm>
        <a:prstGeom prst="chevron">
          <a:avLst/>
        </a:prstGeom>
        <a:solidFill>
          <a:schemeClr val="accent2">
            <a:hueOff val="3925528"/>
            <a:satOff val="-8374"/>
            <a:lumOff val="-13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loss function</a:t>
          </a:r>
          <a:endParaRPr lang="en-US" sz="1500" kern="1200" dirty="0"/>
        </a:p>
      </dsp:txBody>
      <dsp:txXfrm>
        <a:off x="3828548" y="427944"/>
        <a:ext cx="1147023" cy="764681"/>
      </dsp:txXfrm>
    </dsp:sp>
    <dsp:sp modelId="{103B5B97-F765-4B2A-A801-AF24C48F75B6}">
      <dsp:nvSpPr>
        <dsp:cNvPr id="0" name=""/>
        <dsp:cNvSpPr/>
      </dsp:nvSpPr>
      <dsp:spPr>
        <a:xfrm>
          <a:off x="5166741" y="427944"/>
          <a:ext cx="1911704" cy="764681"/>
        </a:xfrm>
        <a:prstGeom prst="chevron">
          <a:avLst/>
        </a:prstGeom>
        <a:solidFill>
          <a:schemeClr val="accent2">
            <a:hueOff val="5888292"/>
            <a:satOff val="-12561"/>
            <a:lumOff val="-209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optimizer </a:t>
          </a:r>
        </a:p>
      </dsp:txBody>
      <dsp:txXfrm>
        <a:off x="5549082" y="427944"/>
        <a:ext cx="1147023" cy="764681"/>
      </dsp:txXfrm>
    </dsp:sp>
    <dsp:sp modelId="{D5152314-2E45-4012-B9C4-DAE0A5C78CA9}">
      <dsp:nvSpPr>
        <dsp:cNvPr id="0" name=""/>
        <dsp:cNvSpPr/>
      </dsp:nvSpPr>
      <dsp:spPr>
        <a:xfrm>
          <a:off x="6887275" y="427944"/>
          <a:ext cx="1911704" cy="764681"/>
        </a:xfrm>
        <a:prstGeom prst="chevron">
          <a:avLst/>
        </a:prstGeom>
        <a:solidFill>
          <a:schemeClr val="accent2">
            <a:hueOff val="7851056"/>
            <a:satOff val="-16748"/>
            <a:lumOff val="-27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Training model</a:t>
          </a:r>
        </a:p>
      </dsp:txBody>
      <dsp:txXfrm>
        <a:off x="7269616" y="427944"/>
        <a:ext cx="1147023" cy="764681"/>
      </dsp:txXfrm>
    </dsp:sp>
    <dsp:sp modelId="{B002CD02-85D3-4743-8BBD-C98FC49A7F30}">
      <dsp:nvSpPr>
        <dsp:cNvPr id="0" name=""/>
        <dsp:cNvSpPr/>
      </dsp:nvSpPr>
      <dsp:spPr>
        <a:xfrm>
          <a:off x="8607809" y="427944"/>
          <a:ext cx="1911704" cy="764681"/>
        </a:xfrm>
        <a:prstGeom prst="chevron">
          <a:avLst/>
        </a:prstGeom>
        <a:solidFill>
          <a:schemeClr val="accent2">
            <a:hueOff val="9813820"/>
            <a:satOff val="-20935"/>
            <a:lumOff val="-349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Validation and Testing</a:t>
          </a:r>
        </a:p>
      </dsp:txBody>
      <dsp:txXfrm>
        <a:off x="8990150" y="427944"/>
        <a:ext cx="1147023" cy="7646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495AB-0663-4A48-9746-C879D9BDE8DC}">
      <dsp:nvSpPr>
        <dsp:cNvPr id="0" name=""/>
        <dsp:cNvSpPr/>
      </dsp:nvSpPr>
      <dsp:spPr>
        <a:xfrm>
          <a:off x="5138" y="427944"/>
          <a:ext cx="1911704" cy="764681"/>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Pre-process data</a:t>
          </a:r>
          <a:endParaRPr lang="en-US" sz="1500" kern="1200" dirty="0"/>
        </a:p>
      </dsp:txBody>
      <dsp:txXfrm>
        <a:off x="387479" y="427944"/>
        <a:ext cx="1147023" cy="764681"/>
      </dsp:txXfrm>
    </dsp:sp>
    <dsp:sp modelId="{41CD7CBD-95F3-4A49-B52F-8AA83BF02E9C}">
      <dsp:nvSpPr>
        <dsp:cNvPr id="0" name=""/>
        <dsp:cNvSpPr/>
      </dsp:nvSpPr>
      <dsp:spPr>
        <a:xfrm>
          <a:off x="1725673" y="427944"/>
          <a:ext cx="1911704" cy="764681"/>
        </a:xfrm>
        <a:prstGeom prst="chevron">
          <a:avLst/>
        </a:prstGeom>
        <a:solidFill>
          <a:schemeClr val="accent2">
            <a:hueOff val="1962764"/>
            <a:satOff val="-4187"/>
            <a:lumOff val="-69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Define network</a:t>
          </a:r>
          <a:endParaRPr lang="en-US" sz="1500" kern="1200" dirty="0"/>
        </a:p>
      </dsp:txBody>
      <dsp:txXfrm>
        <a:off x="2108014" y="427944"/>
        <a:ext cx="1147023" cy="764681"/>
      </dsp:txXfrm>
    </dsp:sp>
    <dsp:sp modelId="{1688799B-E93E-4217-B578-92ABE3C4631F}">
      <dsp:nvSpPr>
        <dsp:cNvPr id="0" name=""/>
        <dsp:cNvSpPr/>
      </dsp:nvSpPr>
      <dsp:spPr>
        <a:xfrm>
          <a:off x="3446207" y="427944"/>
          <a:ext cx="1911704" cy="764681"/>
        </a:xfrm>
        <a:prstGeom prst="chevron">
          <a:avLst/>
        </a:prstGeom>
        <a:solidFill>
          <a:schemeClr val="accent2">
            <a:hueOff val="3925528"/>
            <a:satOff val="-8374"/>
            <a:lumOff val="-13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loss function</a:t>
          </a:r>
          <a:endParaRPr lang="en-US" sz="1500" kern="1200" dirty="0"/>
        </a:p>
      </dsp:txBody>
      <dsp:txXfrm>
        <a:off x="3828548" y="427944"/>
        <a:ext cx="1147023" cy="764681"/>
      </dsp:txXfrm>
    </dsp:sp>
    <dsp:sp modelId="{103B5B97-F765-4B2A-A801-AF24C48F75B6}">
      <dsp:nvSpPr>
        <dsp:cNvPr id="0" name=""/>
        <dsp:cNvSpPr/>
      </dsp:nvSpPr>
      <dsp:spPr>
        <a:xfrm>
          <a:off x="5166741" y="427944"/>
          <a:ext cx="1911704" cy="764681"/>
        </a:xfrm>
        <a:prstGeom prst="chevron">
          <a:avLst/>
        </a:prstGeom>
        <a:solidFill>
          <a:schemeClr val="accent2">
            <a:hueOff val="5888292"/>
            <a:satOff val="-12561"/>
            <a:lumOff val="-209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optimizer </a:t>
          </a:r>
        </a:p>
      </dsp:txBody>
      <dsp:txXfrm>
        <a:off x="5549082" y="427944"/>
        <a:ext cx="1147023" cy="764681"/>
      </dsp:txXfrm>
    </dsp:sp>
    <dsp:sp modelId="{D5152314-2E45-4012-B9C4-DAE0A5C78CA9}">
      <dsp:nvSpPr>
        <dsp:cNvPr id="0" name=""/>
        <dsp:cNvSpPr/>
      </dsp:nvSpPr>
      <dsp:spPr>
        <a:xfrm>
          <a:off x="6887275" y="427944"/>
          <a:ext cx="1911704" cy="764681"/>
        </a:xfrm>
        <a:prstGeom prst="chevron">
          <a:avLst/>
        </a:prstGeom>
        <a:solidFill>
          <a:schemeClr val="accent2">
            <a:hueOff val="7851056"/>
            <a:satOff val="-16748"/>
            <a:lumOff val="-27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Training model</a:t>
          </a:r>
        </a:p>
      </dsp:txBody>
      <dsp:txXfrm>
        <a:off x="7269616" y="427944"/>
        <a:ext cx="1147023" cy="764681"/>
      </dsp:txXfrm>
    </dsp:sp>
    <dsp:sp modelId="{B002CD02-85D3-4743-8BBD-C98FC49A7F30}">
      <dsp:nvSpPr>
        <dsp:cNvPr id="0" name=""/>
        <dsp:cNvSpPr/>
      </dsp:nvSpPr>
      <dsp:spPr>
        <a:xfrm>
          <a:off x="8607809" y="427944"/>
          <a:ext cx="1911704" cy="764681"/>
        </a:xfrm>
        <a:prstGeom prst="chevron">
          <a:avLst/>
        </a:prstGeom>
        <a:solidFill>
          <a:schemeClr val="accent2">
            <a:hueOff val="9813820"/>
            <a:satOff val="-20935"/>
            <a:lumOff val="-349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Validation and Testing</a:t>
          </a:r>
        </a:p>
      </dsp:txBody>
      <dsp:txXfrm>
        <a:off x="8990150" y="427944"/>
        <a:ext cx="1147023" cy="76468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495AB-0663-4A48-9746-C879D9BDE8DC}">
      <dsp:nvSpPr>
        <dsp:cNvPr id="0" name=""/>
        <dsp:cNvSpPr/>
      </dsp:nvSpPr>
      <dsp:spPr>
        <a:xfrm>
          <a:off x="5138" y="427944"/>
          <a:ext cx="1911704" cy="764681"/>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Pre-process data</a:t>
          </a:r>
          <a:endParaRPr lang="en-US" sz="1500" kern="1200" dirty="0"/>
        </a:p>
      </dsp:txBody>
      <dsp:txXfrm>
        <a:off x="387479" y="427944"/>
        <a:ext cx="1147023" cy="764681"/>
      </dsp:txXfrm>
    </dsp:sp>
    <dsp:sp modelId="{41CD7CBD-95F3-4A49-B52F-8AA83BF02E9C}">
      <dsp:nvSpPr>
        <dsp:cNvPr id="0" name=""/>
        <dsp:cNvSpPr/>
      </dsp:nvSpPr>
      <dsp:spPr>
        <a:xfrm>
          <a:off x="1725673" y="427944"/>
          <a:ext cx="1911704" cy="764681"/>
        </a:xfrm>
        <a:prstGeom prst="chevron">
          <a:avLst/>
        </a:prstGeom>
        <a:solidFill>
          <a:schemeClr val="accent2">
            <a:hueOff val="1962764"/>
            <a:satOff val="-4187"/>
            <a:lumOff val="-69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Define network</a:t>
          </a:r>
          <a:endParaRPr lang="en-US" sz="1500" kern="1200" dirty="0"/>
        </a:p>
      </dsp:txBody>
      <dsp:txXfrm>
        <a:off x="2108014" y="427944"/>
        <a:ext cx="1147023" cy="764681"/>
      </dsp:txXfrm>
    </dsp:sp>
    <dsp:sp modelId="{1688799B-E93E-4217-B578-92ABE3C4631F}">
      <dsp:nvSpPr>
        <dsp:cNvPr id="0" name=""/>
        <dsp:cNvSpPr/>
      </dsp:nvSpPr>
      <dsp:spPr>
        <a:xfrm>
          <a:off x="3446207" y="427944"/>
          <a:ext cx="1911704" cy="764681"/>
        </a:xfrm>
        <a:prstGeom prst="chevron">
          <a:avLst/>
        </a:prstGeom>
        <a:solidFill>
          <a:schemeClr val="accent2">
            <a:hueOff val="3925528"/>
            <a:satOff val="-8374"/>
            <a:lumOff val="-13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loss function</a:t>
          </a:r>
          <a:endParaRPr lang="en-US" sz="1500" kern="1200" dirty="0"/>
        </a:p>
      </dsp:txBody>
      <dsp:txXfrm>
        <a:off x="3828548" y="427944"/>
        <a:ext cx="1147023" cy="764681"/>
      </dsp:txXfrm>
    </dsp:sp>
    <dsp:sp modelId="{103B5B97-F765-4B2A-A801-AF24C48F75B6}">
      <dsp:nvSpPr>
        <dsp:cNvPr id="0" name=""/>
        <dsp:cNvSpPr/>
      </dsp:nvSpPr>
      <dsp:spPr>
        <a:xfrm>
          <a:off x="5166741" y="427944"/>
          <a:ext cx="1911704" cy="764681"/>
        </a:xfrm>
        <a:prstGeom prst="chevron">
          <a:avLst/>
        </a:prstGeom>
        <a:solidFill>
          <a:schemeClr val="accent2">
            <a:hueOff val="5888292"/>
            <a:satOff val="-12561"/>
            <a:lumOff val="-209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optimizer </a:t>
          </a:r>
        </a:p>
      </dsp:txBody>
      <dsp:txXfrm>
        <a:off x="5549082" y="427944"/>
        <a:ext cx="1147023" cy="764681"/>
      </dsp:txXfrm>
    </dsp:sp>
    <dsp:sp modelId="{D5152314-2E45-4012-B9C4-DAE0A5C78CA9}">
      <dsp:nvSpPr>
        <dsp:cNvPr id="0" name=""/>
        <dsp:cNvSpPr/>
      </dsp:nvSpPr>
      <dsp:spPr>
        <a:xfrm>
          <a:off x="6887275" y="427944"/>
          <a:ext cx="1911704" cy="764681"/>
        </a:xfrm>
        <a:prstGeom prst="chevron">
          <a:avLst/>
        </a:prstGeom>
        <a:solidFill>
          <a:schemeClr val="accent2">
            <a:hueOff val="7851056"/>
            <a:satOff val="-16748"/>
            <a:lumOff val="-27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Training model</a:t>
          </a:r>
        </a:p>
      </dsp:txBody>
      <dsp:txXfrm>
        <a:off x="7269616" y="427944"/>
        <a:ext cx="1147023" cy="764681"/>
      </dsp:txXfrm>
    </dsp:sp>
    <dsp:sp modelId="{B002CD02-85D3-4743-8BBD-C98FC49A7F30}">
      <dsp:nvSpPr>
        <dsp:cNvPr id="0" name=""/>
        <dsp:cNvSpPr/>
      </dsp:nvSpPr>
      <dsp:spPr>
        <a:xfrm>
          <a:off x="8607809" y="427944"/>
          <a:ext cx="1911704" cy="764681"/>
        </a:xfrm>
        <a:prstGeom prst="chevron">
          <a:avLst/>
        </a:prstGeom>
        <a:solidFill>
          <a:schemeClr val="accent2">
            <a:hueOff val="9813820"/>
            <a:satOff val="-20935"/>
            <a:lumOff val="-349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Validation and Testing</a:t>
          </a:r>
        </a:p>
      </dsp:txBody>
      <dsp:txXfrm>
        <a:off x="8990150" y="427944"/>
        <a:ext cx="1147023" cy="76468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495AB-0663-4A48-9746-C879D9BDE8DC}">
      <dsp:nvSpPr>
        <dsp:cNvPr id="0" name=""/>
        <dsp:cNvSpPr/>
      </dsp:nvSpPr>
      <dsp:spPr>
        <a:xfrm>
          <a:off x="5138" y="427944"/>
          <a:ext cx="1911704" cy="764681"/>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Pre-process data</a:t>
          </a:r>
          <a:endParaRPr lang="en-US" sz="1500" kern="1200" dirty="0"/>
        </a:p>
      </dsp:txBody>
      <dsp:txXfrm>
        <a:off x="387479" y="427944"/>
        <a:ext cx="1147023" cy="764681"/>
      </dsp:txXfrm>
    </dsp:sp>
    <dsp:sp modelId="{41CD7CBD-95F3-4A49-B52F-8AA83BF02E9C}">
      <dsp:nvSpPr>
        <dsp:cNvPr id="0" name=""/>
        <dsp:cNvSpPr/>
      </dsp:nvSpPr>
      <dsp:spPr>
        <a:xfrm>
          <a:off x="1725673" y="427944"/>
          <a:ext cx="1911704" cy="764681"/>
        </a:xfrm>
        <a:prstGeom prst="chevron">
          <a:avLst/>
        </a:prstGeom>
        <a:solidFill>
          <a:schemeClr val="accent2">
            <a:hueOff val="1962764"/>
            <a:satOff val="-4187"/>
            <a:lumOff val="-69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Define network</a:t>
          </a:r>
          <a:endParaRPr lang="en-US" sz="1500" kern="1200" dirty="0"/>
        </a:p>
      </dsp:txBody>
      <dsp:txXfrm>
        <a:off x="2108014" y="427944"/>
        <a:ext cx="1147023" cy="764681"/>
      </dsp:txXfrm>
    </dsp:sp>
    <dsp:sp modelId="{1688799B-E93E-4217-B578-92ABE3C4631F}">
      <dsp:nvSpPr>
        <dsp:cNvPr id="0" name=""/>
        <dsp:cNvSpPr/>
      </dsp:nvSpPr>
      <dsp:spPr>
        <a:xfrm>
          <a:off x="3446207" y="427944"/>
          <a:ext cx="1911704" cy="764681"/>
        </a:xfrm>
        <a:prstGeom prst="chevron">
          <a:avLst/>
        </a:prstGeom>
        <a:solidFill>
          <a:schemeClr val="accent2">
            <a:hueOff val="3925528"/>
            <a:satOff val="-8374"/>
            <a:lumOff val="-13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loss function</a:t>
          </a:r>
          <a:endParaRPr lang="en-US" sz="1500" kern="1200" dirty="0"/>
        </a:p>
      </dsp:txBody>
      <dsp:txXfrm>
        <a:off x="3828548" y="427944"/>
        <a:ext cx="1147023" cy="764681"/>
      </dsp:txXfrm>
    </dsp:sp>
    <dsp:sp modelId="{103B5B97-F765-4B2A-A801-AF24C48F75B6}">
      <dsp:nvSpPr>
        <dsp:cNvPr id="0" name=""/>
        <dsp:cNvSpPr/>
      </dsp:nvSpPr>
      <dsp:spPr>
        <a:xfrm>
          <a:off x="5166741" y="427944"/>
          <a:ext cx="1911704" cy="764681"/>
        </a:xfrm>
        <a:prstGeom prst="chevron">
          <a:avLst/>
        </a:prstGeom>
        <a:solidFill>
          <a:schemeClr val="accent2">
            <a:hueOff val="5888292"/>
            <a:satOff val="-12561"/>
            <a:lumOff val="-209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Define optimizer </a:t>
          </a:r>
        </a:p>
      </dsp:txBody>
      <dsp:txXfrm>
        <a:off x="5549082" y="427944"/>
        <a:ext cx="1147023" cy="764681"/>
      </dsp:txXfrm>
    </dsp:sp>
    <dsp:sp modelId="{D5152314-2E45-4012-B9C4-DAE0A5C78CA9}">
      <dsp:nvSpPr>
        <dsp:cNvPr id="0" name=""/>
        <dsp:cNvSpPr/>
      </dsp:nvSpPr>
      <dsp:spPr>
        <a:xfrm>
          <a:off x="6887275" y="427944"/>
          <a:ext cx="1911704" cy="764681"/>
        </a:xfrm>
        <a:prstGeom prst="chevron">
          <a:avLst/>
        </a:prstGeom>
        <a:solidFill>
          <a:schemeClr val="accent2">
            <a:hueOff val="7851056"/>
            <a:satOff val="-16748"/>
            <a:lumOff val="-27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Training model</a:t>
          </a:r>
        </a:p>
      </dsp:txBody>
      <dsp:txXfrm>
        <a:off x="7269616" y="427944"/>
        <a:ext cx="1147023" cy="764681"/>
      </dsp:txXfrm>
    </dsp:sp>
    <dsp:sp modelId="{B002CD02-85D3-4743-8BBD-C98FC49A7F30}">
      <dsp:nvSpPr>
        <dsp:cNvPr id="0" name=""/>
        <dsp:cNvSpPr/>
      </dsp:nvSpPr>
      <dsp:spPr>
        <a:xfrm>
          <a:off x="8607809" y="427944"/>
          <a:ext cx="1911704" cy="764681"/>
        </a:xfrm>
        <a:prstGeom prst="chevron">
          <a:avLst/>
        </a:prstGeom>
        <a:solidFill>
          <a:schemeClr val="accent2">
            <a:hueOff val="9813820"/>
            <a:satOff val="-20935"/>
            <a:lumOff val="-349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Open Sans SemiBold"/>
            </a:rPr>
            <a:t> Validation and Testing</a:t>
          </a:r>
        </a:p>
      </dsp:txBody>
      <dsp:txXfrm>
        <a:off x="8990150" y="427944"/>
        <a:ext cx="1147023" cy="764681"/>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0AFD0B-B627-4409-8732-3AA4B5867210}" type="datetimeFigureOut">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C5E76-788D-42F2-9352-BA572D43DB6E}" type="slidenum">
              <a:t>‹#›</a:t>
            </a:fld>
            <a:endParaRPr lang="en-US"/>
          </a:p>
        </p:txBody>
      </p:sp>
    </p:spTree>
    <p:extLst>
      <p:ext uri="{BB962C8B-B14F-4D97-AF65-F5344CB8AC3E}">
        <p14:creationId xmlns:p14="http://schemas.microsoft.com/office/powerpoint/2010/main" val="3747236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8DFC5E76-788D-42F2-9352-BA572D43DB6E}" type="slidenum">
              <a:rPr lang="en-US"/>
              <a:t>4</a:t>
            </a:fld>
            <a:endParaRPr lang="en-US"/>
          </a:p>
        </p:txBody>
      </p:sp>
    </p:spTree>
    <p:extLst>
      <p:ext uri="{BB962C8B-B14F-4D97-AF65-F5344CB8AC3E}">
        <p14:creationId xmlns:p14="http://schemas.microsoft.com/office/powerpoint/2010/main" val="16958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8DFC5E76-788D-42F2-9352-BA572D43DB6E}" type="slidenum">
              <a:rPr lang="en-US"/>
              <a:t>5</a:t>
            </a:fld>
            <a:endParaRPr lang="en-US"/>
          </a:p>
        </p:txBody>
      </p:sp>
    </p:spTree>
    <p:extLst>
      <p:ext uri="{BB962C8B-B14F-4D97-AF65-F5344CB8AC3E}">
        <p14:creationId xmlns:p14="http://schemas.microsoft.com/office/powerpoint/2010/main" val="3965305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8DFC5E76-788D-42F2-9352-BA572D43DB6E}" type="slidenum">
              <a:rPr lang="en-US"/>
              <a:t>6</a:t>
            </a:fld>
            <a:endParaRPr lang="en-US"/>
          </a:p>
        </p:txBody>
      </p:sp>
    </p:spTree>
    <p:extLst>
      <p:ext uri="{BB962C8B-B14F-4D97-AF65-F5344CB8AC3E}">
        <p14:creationId xmlns:p14="http://schemas.microsoft.com/office/powerpoint/2010/main" val="2397332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using Nvidia GPU with CUDA requires you a lot of energy to set up the environment. And, currently, GPUs made by Apple or AMD does not have good performance compared to Nvidia.</a:t>
            </a:r>
          </a:p>
        </p:txBody>
      </p:sp>
      <p:sp>
        <p:nvSpPr>
          <p:cNvPr id="4" name="Slide Number Placeholder 3"/>
          <p:cNvSpPr>
            <a:spLocks noGrp="1"/>
          </p:cNvSpPr>
          <p:nvPr>
            <p:ph type="sldNum" sz="quarter" idx="5"/>
          </p:nvPr>
        </p:nvSpPr>
        <p:spPr/>
        <p:txBody>
          <a:bodyPr/>
          <a:lstStyle/>
          <a:p>
            <a:fld id="{8DFC5E76-788D-42F2-9352-BA572D43DB6E}" type="slidenum">
              <a:rPr lang="en-US"/>
              <a:t>7</a:t>
            </a:fld>
            <a:endParaRPr lang="en-US"/>
          </a:p>
        </p:txBody>
      </p:sp>
    </p:spTree>
    <p:extLst>
      <p:ext uri="{BB962C8B-B14F-4D97-AF65-F5344CB8AC3E}">
        <p14:creationId xmlns:p14="http://schemas.microsoft.com/office/powerpoint/2010/main" val="3965114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We assumed that you already know some of python usage. If not, I provides some link for you in the slides for installing python or getting familiar with the basics of how to use it.</a:t>
            </a:r>
          </a:p>
        </p:txBody>
      </p:sp>
      <p:sp>
        <p:nvSpPr>
          <p:cNvPr id="4" name="Slide Number Placeholder 3"/>
          <p:cNvSpPr>
            <a:spLocks noGrp="1"/>
          </p:cNvSpPr>
          <p:nvPr>
            <p:ph type="sldNum" sz="quarter" idx="5"/>
          </p:nvPr>
        </p:nvSpPr>
        <p:spPr/>
        <p:txBody>
          <a:bodyPr/>
          <a:lstStyle/>
          <a:p>
            <a:fld id="{8DFC5E76-788D-42F2-9352-BA572D43DB6E}" type="slidenum">
              <a:rPr lang="en-US"/>
              <a:t>10</a:t>
            </a:fld>
            <a:endParaRPr lang="en-US"/>
          </a:p>
        </p:txBody>
      </p:sp>
    </p:spTree>
    <p:extLst>
      <p:ext uri="{BB962C8B-B14F-4D97-AF65-F5344CB8AC3E}">
        <p14:creationId xmlns:p14="http://schemas.microsoft.com/office/powerpoint/2010/main" val="283936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is a subset of Data, so instead of using the entire dataset for each update of the model's parameters, the data is divided into smaller batches.</a:t>
            </a:r>
          </a:p>
          <a:p>
            <a:r>
              <a:rPr lang="en-US" dirty="0"/>
              <a:t>Smaller batches fit into memory better, especially with large datasets, so it can save memory. Also, smaller batch can frequently the model's parameters can be made more frequently, leading to faster convergence.</a:t>
            </a:r>
            <a:endParaRPr lang="en-US">
              <a:cs typeface="Calibri"/>
            </a:endParaRPr>
          </a:p>
          <a:p>
            <a:r>
              <a:rPr lang="en-US" dirty="0"/>
              <a:t>If you have 1,000 data points and a batch size of 100, it means the model will process 100 data points at a time. </a:t>
            </a:r>
            <a:endParaRPr lang="en-US" dirty="0">
              <a:cs typeface="Calibri"/>
            </a:endParaRPr>
          </a:p>
          <a:p>
            <a:endParaRPr lang="en-US" dirty="0"/>
          </a:p>
          <a:p>
            <a:r>
              <a:rPr lang="en-US" dirty="0"/>
              <a:t>When shuffle is set to True , the data is randomly shuffled before each iteration, so the order of the data is different in each epoch. Shuffling the data can be useful in training deep learning models because it helps prevent the model from memorizing the order of the data.</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8DFC5E76-788D-42F2-9352-BA572D43DB6E}" type="slidenum">
              <a:rPr lang="en-US"/>
              <a:t>23</a:t>
            </a:fld>
            <a:endParaRPr lang="en-US"/>
          </a:p>
        </p:txBody>
      </p:sp>
    </p:spTree>
    <p:extLst>
      <p:ext uri="{BB962C8B-B14F-4D97-AF65-F5344CB8AC3E}">
        <p14:creationId xmlns:p14="http://schemas.microsoft.com/office/powerpoint/2010/main" val="2259534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8DFC5E76-788D-42F2-9352-BA572D43DB6E}" type="slidenum">
              <a:rPr lang="en-US"/>
              <a:t>24</a:t>
            </a:fld>
            <a:endParaRPr lang="en-US"/>
          </a:p>
        </p:txBody>
      </p:sp>
    </p:spTree>
    <p:extLst>
      <p:ext uri="{BB962C8B-B14F-4D97-AF65-F5344CB8AC3E}">
        <p14:creationId xmlns:p14="http://schemas.microsoft.com/office/powerpoint/2010/main" val="3288172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 dirty="0">
                <a:cs typeface="Calibri"/>
              </a:rPr>
              <a:t>Sequential container put multiple layers together and run them in order</a:t>
            </a:r>
            <a:endParaRPr lang="en" dirty="0"/>
          </a:p>
          <a:p>
            <a:pPr marL="171450" indent="-171450">
              <a:buFont typeface="Arial"/>
              <a:buChar char="•"/>
            </a:pPr>
            <a:r>
              <a:rPr lang="en" dirty="0" err="1"/>
              <a:t>Sigmod</a:t>
            </a:r>
            <a:r>
              <a:rPr lang="en" dirty="0"/>
              <a:t> transforms the output of the linear layer to a range between 0 and 1.</a:t>
            </a:r>
            <a:endParaRPr lang="en-US">
              <a:cs typeface="Calibri" panose="020F0502020204030204"/>
            </a:endParaRPr>
          </a:p>
          <a:p>
            <a:pPr marL="171450" indent="-171450">
              <a:buFont typeface="Arial"/>
              <a:buChar char="•"/>
            </a:pPr>
            <a:r>
              <a:rPr lang="en" dirty="0"/>
              <a:t>It introduces non-linearity into the model, allowing it to learn more complex patterns.</a:t>
            </a:r>
            <a:endParaRPr lang="en" dirty="0">
              <a:cs typeface="Calibri"/>
            </a:endParaRPr>
          </a:p>
          <a:p>
            <a:pPr marL="171450" indent="-171450">
              <a:buFont typeface="Arial"/>
              <a:buChar char="•"/>
            </a:pPr>
            <a:endParaRPr lang="en"/>
          </a:p>
          <a:p>
            <a:endParaRPr lang="en" dirty="0">
              <a:cs typeface="Calibri"/>
            </a:endParaRPr>
          </a:p>
          <a:p>
            <a:endParaRPr lang="en" dirty="0">
              <a:cs typeface="Calibri"/>
            </a:endParaRPr>
          </a:p>
        </p:txBody>
      </p:sp>
      <p:sp>
        <p:nvSpPr>
          <p:cNvPr id="4" name="Slide Number Placeholder 3"/>
          <p:cNvSpPr>
            <a:spLocks noGrp="1"/>
          </p:cNvSpPr>
          <p:nvPr>
            <p:ph type="sldNum" sz="quarter" idx="5"/>
          </p:nvPr>
        </p:nvSpPr>
        <p:spPr/>
        <p:txBody>
          <a:bodyPr/>
          <a:lstStyle/>
          <a:p>
            <a:fld id="{8DFC5E76-788D-42F2-9352-BA572D43DB6E}" type="slidenum">
              <a:rPr lang="en-US"/>
              <a:t>25</a:t>
            </a:fld>
            <a:endParaRPr lang="en-US"/>
          </a:p>
        </p:txBody>
      </p:sp>
    </p:spTree>
    <p:extLst>
      <p:ext uri="{BB962C8B-B14F-4D97-AF65-F5344CB8AC3E}">
        <p14:creationId xmlns:p14="http://schemas.microsoft.com/office/powerpoint/2010/main" val="138051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8DFC5E76-788D-42F2-9352-BA572D43DB6E}" type="slidenum">
              <a:rPr lang="en-US"/>
              <a:t>26</a:t>
            </a:fld>
            <a:endParaRPr lang="en-US"/>
          </a:p>
        </p:txBody>
      </p:sp>
    </p:spTree>
    <p:extLst>
      <p:ext uri="{BB962C8B-B14F-4D97-AF65-F5344CB8AC3E}">
        <p14:creationId xmlns:p14="http://schemas.microsoft.com/office/powerpoint/2010/main" val="2858127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dirty="0"/>
              <a:t>we can differentiate our model's w's and our model's b's against the loss function to get the gradients for w and b.</a:t>
            </a:r>
            <a:endParaRPr lang="en-US" dirty="0"/>
          </a:p>
          <a:p>
            <a:r>
              <a:rPr lang="en" dirty="0"/>
              <a:t>These gradients then help us get the direction towards the bottom of the loss curve, so we can generate our next guesses by reassigning w and b within our model to a new value in the direction</a:t>
            </a:r>
            <a:endParaRPr lang="en-US" dirty="0"/>
          </a:p>
          <a:p>
            <a:endParaRPr lang="en-US" dirty="0">
              <a:cs typeface="Calibri"/>
            </a:endParaRPr>
          </a:p>
          <a:p>
            <a:r>
              <a:rPr lang="en-US" dirty="0"/>
              <a:t>learning rate is the size of the steps you take toward minimizing the error (or loss). A small learning rate means you take tiny steps, while a large learning rate means you take bigger steps.</a:t>
            </a:r>
            <a:endParaRPr lang="en-US" dirty="0">
              <a:cs typeface="Calibri" panose="020F0502020204030204"/>
            </a:endParaRPr>
          </a:p>
          <a:p>
            <a:pPr marL="171450" indent="-171450">
              <a:buFont typeface="Arial"/>
              <a:buChar char="•"/>
            </a:pPr>
            <a:r>
              <a:rPr lang="en-US" dirty="0"/>
              <a:t>If the learning rate is too high, you might overshoot the minimum and the model may fail to converge </a:t>
            </a:r>
          </a:p>
          <a:p>
            <a:pPr marL="171450" indent="-171450">
              <a:buFont typeface="Arial"/>
              <a:buChar char="•"/>
            </a:pPr>
            <a:r>
              <a:rPr lang="en-US" dirty="0"/>
              <a:t>If it's too low, training will take a long time and may get stuck in local minima, resulting in slow convergence.</a:t>
            </a:r>
            <a:endParaRPr lang="en-US" dirty="0">
              <a:cs typeface="Calibri" panose="020F0502020204030204"/>
            </a:endParaRPr>
          </a:p>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fld id="{8DFC5E76-788D-42F2-9352-BA572D43DB6E}" type="slidenum">
              <a:rPr lang="en-US"/>
              <a:t>27</a:t>
            </a:fld>
            <a:endParaRPr lang="en-US"/>
          </a:p>
        </p:txBody>
      </p:sp>
    </p:spTree>
    <p:extLst>
      <p:ext uri="{BB962C8B-B14F-4D97-AF65-F5344CB8AC3E}">
        <p14:creationId xmlns:p14="http://schemas.microsoft.com/office/powerpoint/2010/main" val="1123183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a:t>An </a:t>
            </a:r>
            <a:r>
              <a:rPr lang="en" b="1"/>
              <a:t>epoch</a:t>
            </a:r>
            <a:r>
              <a:rPr lang="en"/>
              <a:t> in machine learning is one complete pass through the entire training dataset.</a:t>
            </a:r>
            <a:endParaRPr lang="en-US"/>
          </a:p>
          <a:p>
            <a:r>
              <a:rPr lang="en" dirty="0"/>
              <a:t>Training over multiple epochs allows the model to learn and refine its parameters gradually, improving accuracy over time. Each epoch helps the model learn from the entire dataset, reducing error and improving performance.</a:t>
            </a:r>
            <a:endParaRPr lang="en-US" dirty="0">
              <a:cs typeface="Calibri" panose="020F0502020204030204"/>
            </a:endParaRPr>
          </a:p>
          <a:p>
            <a:endParaRPr lang="en" dirty="0">
              <a:cs typeface="Calibri"/>
            </a:endParaRPr>
          </a:p>
          <a:p>
            <a:r>
              <a:rPr lang="en" dirty="0">
                <a:cs typeface="Calibri"/>
              </a:rPr>
              <a:t>Thinking about playing piano 100 times</a:t>
            </a:r>
          </a:p>
        </p:txBody>
      </p:sp>
      <p:sp>
        <p:nvSpPr>
          <p:cNvPr id="4" name="Slide Number Placeholder 3"/>
          <p:cNvSpPr>
            <a:spLocks noGrp="1"/>
          </p:cNvSpPr>
          <p:nvPr>
            <p:ph type="sldNum" sz="quarter" idx="5"/>
          </p:nvPr>
        </p:nvSpPr>
        <p:spPr/>
        <p:txBody>
          <a:bodyPr/>
          <a:lstStyle/>
          <a:p>
            <a:fld id="{8DFC5E76-788D-42F2-9352-BA572D43DB6E}" type="slidenum">
              <a:rPr lang="en-US"/>
              <a:t>28</a:t>
            </a:fld>
            <a:endParaRPr lang="en-US"/>
          </a:p>
        </p:txBody>
      </p:sp>
    </p:spTree>
    <p:extLst>
      <p:ext uri="{BB962C8B-B14F-4D97-AF65-F5344CB8AC3E}">
        <p14:creationId xmlns:p14="http://schemas.microsoft.com/office/powerpoint/2010/main" val="2635474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model.eval</a:t>
            </a:r>
            <a:r>
              <a:rPr lang="en-US" dirty="0"/>
              <a:t>() Changes </a:t>
            </a:r>
            <a:r>
              <a:rPr lang="en-US" dirty="0" err="1"/>
              <a:t>behaviour</a:t>
            </a:r>
            <a:r>
              <a:rPr lang="en-US" dirty="0"/>
              <a:t> of some model layers, such as dropout and batch normalization. </a:t>
            </a:r>
          </a:p>
        </p:txBody>
      </p:sp>
      <p:sp>
        <p:nvSpPr>
          <p:cNvPr id="4" name="Slide Number Placeholder 3"/>
          <p:cNvSpPr>
            <a:spLocks noGrp="1"/>
          </p:cNvSpPr>
          <p:nvPr>
            <p:ph type="sldNum" sz="quarter" idx="5"/>
          </p:nvPr>
        </p:nvSpPr>
        <p:spPr/>
        <p:txBody>
          <a:bodyPr/>
          <a:lstStyle/>
          <a:p>
            <a:fld id="{8DFC5E76-788D-42F2-9352-BA572D43DB6E}" type="slidenum">
              <a:rPr lang="en-US"/>
              <a:t>29</a:t>
            </a:fld>
            <a:endParaRPr lang="en-US"/>
          </a:p>
        </p:txBody>
      </p:sp>
    </p:spTree>
    <p:extLst>
      <p:ext uri="{BB962C8B-B14F-4D97-AF65-F5344CB8AC3E}">
        <p14:creationId xmlns:p14="http://schemas.microsoft.com/office/powerpoint/2010/main" val="32542071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 dirty="0">
              <a:cs typeface="Calibri"/>
            </a:endParaRPr>
          </a:p>
        </p:txBody>
      </p:sp>
      <p:sp>
        <p:nvSpPr>
          <p:cNvPr id="4" name="Slide Number Placeholder 3"/>
          <p:cNvSpPr>
            <a:spLocks noGrp="1"/>
          </p:cNvSpPr>
          <p:nvPr>
            <p:ph type="sldNum" sz="quarter" idx="5"/>
          </p:nvPr>
        </p:nvSpPr>
        <p:spPr/>
        <p:txBody>
          <a:bodyPr/>
          <a:lstStyle/>
          <a:p>
            <a:fld id="{8DFC5E76-788D-42F2-9352-BA572D43DB6E}" type="slidenum">
              <a:rPr lang="en-US"/>
              <a:t>30</a:t>
            </a:fld>
            <a:endParaRPr lang="en-US"/>
          </a:p>
        </p:txBody>
      </p:sp>
    </p:spTree>
    <p:extLst>
      <p:ext uri="{BB962C8B-B14F-4D97-AF65-F5344CB8AC3E}">
        <p14:creationId xmlns:p14="http://schemas.microsoft.com/office/powerpoint/2010/main" val="1724147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err="1"/>
              <a:t>torch.save</a:t>
            </a:r>
            <a:r>
              <a:rPr lang="en" dirty="0"/>
              <a:t>(model, '</a:t>
            </a:r>
            <a:r>
              <a:rPr lang="en" err="1"/>
              <a:t>model.pth</a:t>
            </a:r>
            <a:r>
              <a:rPr lang="en" dirty="0"/>
              <a:t>')</a:t>
            </a:r>
            <a:endParaRPr lang="en-US">
              <a:cs typeface="Calibri" panose="020F0502020204030204"/>
            </a:endParaRPr>
          </a:p>
          <a:p>
            <a:r>
              <a:rPr lang="en" dirty="0"/>
              <a:t>It's generally recommended to save the model’s state dictionary (</a:t>
            </a:r>
            <a:r>
              <a:rPr lang="en" dirty="0" err="1"/>
              <a:t>model.state_dict</a:t>
            </a:r>
            <a:r>
              <a:rPr lang="en" dirty="0"/>
              <a:t>()) because it’s lighter and more flexible. You can reload the model into different architectures if necessary.</a:t>
            </a:r>
          </a:p>
        </p:txBody>
      </p:sp>
      <p:sp>
        <p:nvSpPr>
          <p:cNvPr id="4" name="Slide Number Placeholder 3"/>
          <p:cNvSpPr>
            <a:spLocks noGrp="1"/>
          </p:cNvSpPr>
          <p:nvPr>
            <p:ph type="sldNum" sz="quarter" idx="5"/>
          </p:nvPr>
        </p:nvSpPr>
        <p:spPr/>
        <p:txBody>
          <a:bodyPr/>
          <a:lstStyle/>
          <a:p>
            <a:fld id="{8DFC5E76-788D-42F2-9352-BA572D43DB6E}" type="slidenum">
              <a:rPr lang="en-US"/>
              <a:t>31</a:t>
            </a:fld>
            <a:endParaRPr lang="en-US"/>
          </a:p>
        </p:txBody>
      </p:sp>
    </p:spTree>
    <p:extLst>
      <p:ext uri="{BB962C8B-B14F-4D97-AF65-F5344CB8AC3E}">
        <p14:creationId xmlns:p14="http://schemas.microsoft.com/office/powerpoint/2010/main" val="3435756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Pr>
        <a:gradFill>
          <a:gsLst>
            <a:gs pos="0">
              <a:srgbClr val="782F40"/>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5F5CF-7563-910E-C780-7C168339C070}"/>
              </a:ext>
            </a:extLst>
          </p:cNvPr>
          <p:cNvSpPr>
            <a:spLocks noGrp="1"/>
          </p:cNvSpPr>
          <p:nvPr>
            <p:ph type="ctrTitle"/>
          </p:nvPr>
        </p:nvSpPr>
        <p:spPr>
          <a:xfrm>
            <a:off x="5052645" y="1122363"/>
            <a:ext cx="6624489" cy="2387600"/>
          </a:xfrm>
        </p:spPr>
        <p:txBody>
          <a:bodyPr anchor="b"/>
          <a:lstStyle>
            <a:lvl1pPr algn="l">
              <a:defRPr sz="6000">
                <a:solidFill>
                  <a:schemeClr val="tx1"/>
                </a:solidFill>
                <a:latin typeface="+mj-lt"/>
                <a:cs typeface="Times New Roman" panose="02020603050405020304" pitchFamily="18" charset="0"/>
              </a:defRPr>
            </a:lvl1pPr>
          </a:lstStyle>
          <a:p>
            <a:r>
              <a:rPr lang="en-US"/>
              <a:t>Click to edit Master title style</a:t>
            </a:r>
          </a:p>
        </p:txBody>
      </p:sp>
      <p:sp>
        <p:nvSpPr>
          <p:cNvPr id="3" name="Subtitle 2">
            <a:extLst>
              <a:ext uri="{FF2B5EF4-FFF2-40B4-BE49-F238E27FC236}">
                <a16:creationId xmlns:a16="http://schemas.microsoft.com/office/drawing/2014/main" id="{735612E9-1D7E-C187-3DC5-A7EF5451C6EE}"/>
              </a:ext>
            </a:extLst>
          </p:cNvPr>
          <p:cNvSpPr>
            <a:spLocks noGrp="1"/>
          </p:cNvSpPr>
          <p:nvPr>
            <p:ph type="subTitle" idx="1"/>
          </p:nvPr>
        </p:nvSpPr>
        <p:spPr>
          <a:xfrm>
            <a:off x="509479" y="3989942"/>
            <a:ext cx="11173042" cy="1086150"/>
          </a:xfrm>
        </p:spPr>
        <p:txBody>
          <a:bodyPr/>
          <a:lstStyle>
            <a:lvl1pPr marL="0" indent="0" algn="ctr">
              <a:buNone/>
              <a:defRPr sz="24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descr="A white and black logo&#10;&#10;Description automatically generated">
            <a:extLst>
              <a:ext uri="{FF2B5EF4-FFF2-40B4-BE49-F238E27FC236}">
                <a16:creationId xmlns:a16="http://schemas.microsoft.com/office/drawing/2014/main" id="{686958BE-999F-7265-40E9-A5240BE1CF8D}"/>
              </a:ext>
            </a:extLst>
          </p:cNvPr>
          <p:cNvPicPr>
            <a:picLocks noChangeAspect="1"/>
          </p:cNvPicPr>
          <p:nvPr userDrawn="1"/>
        </p:nvPicPr>
        <p:blipFill>
          <a:blip r:embed="rId2"/>
          <a:stretch>
            <a:fillRect/>
          </a:stretch>
        </p:blipFill>
        <p:spPr>
          <a:xfrm>
            <a:off x="-212878" y="905820"/>
            <a:ext cx="5693863" cy="3409499"/>
          </a:xfrm>
          <a:prstGeom prst="rect">
            <a:avLst/>
          </a:prstGeom>
        </p:spPr>
      </p:pic>
    </p:spTree>
    <p:extLst>
      <p:ext uri="{BB962C8B-B14F-4D97-AF65-F5344CB8AC3E}">
        <p14:creationId xmlns:p14="http://schemas.microsoft.com/office/powerpoint/2010/main" val="3657886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0">
              <a:srgbClr val="782F40"/>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5F5CF-7563-910E-C780-7C168339C070}"/>
              </a:ext>
            </a:extLst>
          </p:cNvPr>
          <p:cNvSpPr>
            <a:spLocks noGrp="1"/>
          </p:cNvSpPr>
          <p:nvPr>
            <p:ph type="ctrTitle"/>
          </p:nvPr>
        </p:nvSpPr>
        <p:spPr>
          <a:xfrm>
            <a:off x="584887" y="1122363"/>
            <a:ext cx="11022226" cy="2387600"/>
          </a:xfrm>
        </p:spPr>
        <p:txBody>
          <a:bodyPr anchor="b"/>
          <a:lstStyle>
            <a:lvl1pPr algn="ctr">
              <a:defRPr sz="600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Subtitle 2">
            <a:extLst>
              <a:ext uri="{FF2B5EF4-FFF2-40B4-BE49-F238E27FC236}">
                <a16:creationId xmlns:a16="http://schemas.microsoft.com/office/drawing/2014/main" id="{735612E9-1D7E-C187-3DC5-A7EF5451C6EE}"/>
              </a:ext>
            </a:extLst>
          </p:cNvPr>
          <p:cNvSpPr>
            <a:spLocks noGrp="1"/>
          </p:cNvSpPr>
          <p:nvPr>
            <p:ph type="subTitle" idx="1"/>
          </p:nvPr>
        </p:nvSpPr>
        <p:spPr>
          <a:xfrm>
            <a:off x="1524000" y="3821392"/>
            <a:ext cx="9144000" cy="1102300"/>
          </a:xfrm>
        </p:spPr>
        <p:txBody>
          <a:bodyPr/>
          <a:lstStyle>
            <a:lvl1pPr marL="0" indent="0" algn="ctr">
              <a:buNone/>
              <a:defRPr sz="24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AD87F3-13C9-F97D-679A-047289A8BDDF}"/>
              </a:ext>
            </a:extLst>
          </p:cNvPr>
          <p:cNvSpPr>
            <a:spLocks noGrp="1"/>
          </p:cNvSpPr>
          <p:nvPr>
            <p:ph type="dt" sz="half" idx="10"/>
          </p:nvPr>
        </p:nvSpPr>
        <p:spPr/>
        <p:txBody>
          <a:bodyPr/>
          <a:lstStyle/>
          <a:p>
            <a:fld id="{3AB34FB6-96E0-E94F-98AA-54332C31E3E2}" type="datetimeFigureOut">
              <a:rPr lang="en-US" smtClean="0"/>
              <a:t>10/19/2026</a:t>
            </a:fld>
            <a:endParaRPr lang="en-US"/>
          </a:p>
        </p:txBody>
      </p:sp>
      <p:sp>
        <p:nvSpPr>
          <p:cNvPr id="6" name="Slide Number Placeholder 5">
            <a:extLst>
              <a:ext uri="{FF2B5EF4-FFF2-40B4-BE49-F238E27FC236}">
                <a16:creationId xmlns:a16="http://schemas.microsoft.com/office/drawing/2014/main" id="{08255B78-8660-7977-A527-B43BB02EAF7D}"/>
              </a:ext>
            </a:extLst>
          </p:cNvPr>
          <p:cNvSpPr>
            <a:spLocks noGrp="1"/>
          </p:cNvSpPr>
          <p:nvPr>
            <p:ph type="sldNum" sz="quarter" idx="12"/>
          </p:nvPr>
        </p:nvSpPr>
        <p:spPr/>
        <p:txBody>
          <a:bodyPr/>
          <a:lstStyle/>
          <a:p>
            <a:fld id="{00C646E2-5701-E245-9F49-1F595AFFA2FE}" type="slidenum">
              <a:rPr lang="en-US" smtClean="0"/>
              <a:t>‹#›</a:t>
            </a:fld>
            <a:endParaRPr lang="en-US"/>
          </a:p>
        </p:txBody>
      </p:sp>
      <p:pic>
        <p:nvPicPr>
          <p:cNvPr id="8" name="Picture 7" descr="A black and gold logo&#10;&#10;Description automatically generated">
            <a:extLst>
              <a:ext uri="{FF2B5EF4-FFF2-40B4-BE49-F238E27FC236}">
                <a16:creationId xmlns:a16="http://schemas.microsoft.com/office/drawing/2014/main" id="{84389171-B04B-0ECD-A41B-B497CF95CE03}"/>
              </a:ext>
            </a:extLst>
          </p:cNvPr>
          <p:cNvPicPr>
            <a:picLocks noChangeAspect="1"/>
          </p:cNvPicPr>
          <p:nvPr userDrawn="1"/>
        </p:nvPicPr>
        <p:blipFill>
          <a:blip r:embed="rId2"/>
          <a:stretch>
            <a:fillRect/>
          </a:stretch>
        </p:blipFill>
        <p:spPr>
          <a:xfrm>
            <a:off x="4318262" y="5955055"/>
            <a:ext cx="3555476" cy="802589"/>
          </a:xfrm>
          <a:prstGeom prst="rect">
            <a:avLst/>
          </a:prstGeom>
        </p:spPr>
      </p:pic>
    </p:spTree>
    <p:extLst>
      <p:ext uri="{BB962C8B-B14F-4D97-AF65-F5344CB8AC3E}">
        <p14:creationId xmlns:p14="http://schemas.microsoft.com/office/powerpoint/2010/main" val="1682629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gradFill>
          <a:gsLst>
            <a:gs pos="0">
              <a:srgbClr val="782F40"/>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5F5CF-7563-910E-C780-7C168339C070}"/>
              </a:ext>
            </a:extLst>
          </p:cNvPr>
          <p:cNvSpPr>
            <a:spLocks noGrp="1"/>
          </p:cNvSpPr>
          <p:nvPr>
            <p:ph type="ctrTitle"/>
          </p:nvPr>
        </p:nvSpPr>
        <p:spPr>
          <a:xfrm>
            <a:off x="1239716" y="3155682"/>
            <a:ext cx="9712569" cy="1615201"/>
          </a:xfrm>
        </p:spPr>
        <p:txBody>
          <a:bodyPr anchor="b"/>
          <a:lstStyle>
            <a:lvl1pPr algn="ctr">
              <a:defRPr sz="600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Subtitle 2">
            <a:extLst>
              <a:ext uri="{FF2B5EF4-FFF2-40B4-BE49-F238E27FC236}">
                <a16:creationId xmlns:a16="http://schemas.microsoft.com/office/drawing/2014/main" id="{735612E9-1D7E-C187-3DC5-A7EF5451C6EE}"/>
              </a:ext>
            </a:extLst>
          </p:cNvPr>
          <p:cNvSpPr>
            <a:spLocks noGrp="1"/>
          </p:cNvSpPr>
          <p:nvPr>
            <p:ph type="subTitle" idx="1"/>
          </p:nvPr>
        </p:nvSpPr>
        <p:spPr>
          <a:xfrm>
            <a:off x="1239716" y="4886897"/>
            <a:ext cx="9712568" cy="1044979"/>
          </a:xfrm>
        </p:spPr>
        <p:txBody>
          <a:bodyPr/>
          <a:lstStyle>
            <a:lvl1pPr marL="0" indent="0" algn="ctr">
              <a:buNone/>
              <a:defRPr sz="24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descr="A white and black logo&#10;&#10;Description automatically generated">
            <a:extLst>
              <a:ext uri="{FF2B5EF4-FFF2-40B4-BE49-F238E27FC236}">
                <a16:creationId xmlns:a16="http://schemas.microsoft.com/office/drawing/2014/main" id="{686958BE-999F-7265-40E9-A5240BE1CF8D}"/>
              </a:ext>
            </a:extLst>
          </p:cNvPr>
          <p:cNvPicPr>
            <a:picLocks noChangeAspect="1"/>
          </p:cNvPicPr>
          <p:nvPr userDrawn="1"/>
        </p:nvPicPr>
        <p:blipFill>
          <a:blip r:embed="rId2"/>
          <a:stretch>
            <a:fillRect/>
          </a:stretch>
        </p:blipFill>
        <p:spPr>
          <a:xfrm>
            <a:off x="4180026" y="601160"/>
            <a:ext cx="3831948" cy="2294580"/>
          </a:xfrm>
          <a:prstGeom prst="rect">
            <a:avLst/>
          </a:prstGeom>
        </p:spPr>
      </p:pic>
    </p:spTree>
    <p:extLst>
      <p:ext uri="{BB962C8B-B14F-4D97-AF65-F5344CB8AC3E}">
        <p14:creationId xmlns:p14="http://schemas.microsoft.com/office/powerpoint/2010/main" val="771022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B4CA4-1BDB-D2FB-E9F6-6566E18DCD38}"/>
              </a:ext>
            </a:extLst>
          </p:cNvPr>
          <p:cNvSpPr>
            <a:spLocks noGrp="1"/>
          </p:cNvSpPr>
          <p:nvPr>
            <p:ph type="title"/>
          </p:nvPr>
        </p:nvSpPr>
        <p:spPr>
          <a:xfrm>
            <a:off x="838200" y="407773"/>
            <a:ext cx="10515600" cy="101106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C2F35409-C4CD-90F4-F6FD-D3818451965C}"/>
              </a:ext>
            </a:extLst>
          </p:cNvPr>
          <p:cNvSpPr>
            <a:spLocks noGrp="1"/>
          </p:cNvSpPr>
          <p:nvPr>
            <p:ph idx="1"/>
          </p:nvPr>
        </p:nvSpPr>
        <p:spPr>
          <a:xfrm>
            <a:off x="838200" y="1717590"/>
            <a:ext cx="10515600" cy="4187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AAF2A-F252-85D7-B59A-AC065740DD36}"/>
              </a:ext>
            </a:extLst>
          </p:cNvPr>
          <p:cNvSpPr>
            <a:spLocks noGrp="1"/>
          </p:cNvSpPr>
          <p:nvPr>
            <p:ph type="dt" sz="half" idx="10"/>
          </p:nvPr>
        </p:nvSpPr>
        <p:spPr>
          <a:xfrm>
            <a:off x="838200" y="6367192"/>
            <a:ext cx="2743200" cy="490808"/>
          </a:xfrm>
        </p:spPr>
        <p:txBody>
          <a:bodyPr/>
          <a:lstStyle>
            <a:lvl1pPr>
              <a:defRPr>
                <a:solidFill>
                  <a:schemeClr val="accent2"/>
                </a:solidFill>
              </a:defRPr>
            </a:lvl1pPr>
          </a:lstStyle>
          <a:p>
            <a:fld id="{3AB34FB6-96E0-E94F-98AA-54332C31E3E2}" type="datetimeFigureOut">
              <a:rPr lang="en-US" smtClean="0"/>
              <a:pPr/>
              <a:t>10/19/2026</a:t>
            </a:fld>
            <a:endParaRPr lang="en-US"/>
          </a:p>
        </p:txBody>
      </p:sp>
      <p:sp>
        <p:nvSpPr>
          <p:cNvPr id="6" name="Slide Number Placeholder 5">
            <a:extLst>
              <a:ext uri="{FF2B5EF4-FFF2-40B4-BE49-F238E27FC236}">
                <a16:creationId xmlns:a16="http://schemas.microsoft.com/office/drawing/2014/main" id="{AA26550C-9433-24E4-3EAD-30A81EC25415}"/>
              </a:ext>
            </a:extLst>
          </p:cNvPr>
          <p:cNvSpPr>
            <a:spLocks noGrp="1"/>
          </p:cNvSpPr>
          <p:nvPr>
            <p:ph type="sldNum" sz="quarter" idx="12"/>
          </p:nvPr>
        </p:nvSpPr>
        <p:spPr>
          <a:xfrm>
            <a:off x="8610600" y="6367192"/>
            <a:ext cx="2743200" cy="490808"/>
          </a:xfrm>
        </p:spPr>
        <p:txBody>
          <a:bodyPr/>
          <a:lstStyle>
            <a:lvl1pPr>
              <a:defRPr>
                <a:solidFill>
                  <a:schemeClr val="accent2"/>
                </a:solidFill>
              </a:defRPr>
            </a:lvl1pPr>
          </a:lstStyle>
          <a:p>
            <a:fld id="{00C646E2-5701-E245-9F49-1F595AFFA2FE}" type="slidenum">
              <a:rPr lang="en-US" smtClean="0"/>
              <a:pPr/>
              <a:t>‹#›</a:t>
            </a:fld>
            <a:endParaRPr lang="en-US"/>
          </a:p>
        </p:txBody>
      </p:sp>
    </p:spTree>
    <p:extLst>
      <p:ext uri="{BB962C8B-B14F-4D97-AF65-F5344CB8AC3E}">
        <p14:creationId xmlns:p14="http://schemas.microsoft.com/office/powerpoint/2010/main" val="1926540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a:gsLst>
            <a:gs pos="0">
              <a:srgbClr val="782F40"/>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880B4-DA72-8AD7-D5F8-C1BC286E93E8}"/>
              </a:ext>
            </a:extLst>
          </p:cNvPr>
          <p:cNvSpPr>
            <a:spLocks noGrp="1"/>
          </p:cNvSpPr>
          <p:nvPr>
            <p:ph type="title"/>
          </p:nvPr>
        </p:nvSpPr>
        <p:spPr>
          <a:xfrm>
            <a:off x="831850" y="1709738"/>
            <a:ext cx="10515600" cy="2852737"/>
          </a:xfrm>
        </p:spPr>
        <p:txBody>
          <a:bodyPr anchor="b"/>
          <a:lstStyle>
            <a:lvl1pPr>
              <a:defRPr sz="600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AFA2637E-8094-255C-CEBE-7776CDF656C7}"/>
              </a:ext>
            </a:extLst>
          </p:cNvPr>
          <p:cNvSpPr>
            <a:spLocks noGrp="1"/>
          </p:cNvSpPr>
          <p:nvPr>
            <p:ph type="body" idx="1"/>
          </p:nvPr>
        </p:nvSpPr>
        <p:spPr>
          <a:xfrm>
            <a:off x="831850" y="4589463"/>
            <a:ext cx="10515600" cy="1500187"/>
          </a:xfrm>
        </p:spPr>
        <p:txBody>
          <a:bodyPr/>
          <a:lstStyle>
            <a:lvl1pPr marL="0" indent="0">
              <a:buNone/>
              <a:defRPr sz="2400">
                <a:solidFill>
                  <a:schemeClr val="accent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ED5793-4EBF-1BB5-2B3F-E9C4CC7E79EB}"/>
              </a:ext>
            </a:extLst>
          </p:cNvPr>
          <p:cNvSpPr>
            <a:spLocks noGrp="1"/>
          </p:cNvSpPr>
          <p:nvPr>
            <p:ph type="dt" sz="half" idx="10"/>
          </p:nvPr>
        </p:nvSpPr>
        <p:spPr>
          <a:xfrm>
            <a:off x="838200" y="6448811"/>
            <a:ext cx="2743200" cy="365125"/>
          </a:xfrm>
        </p:spPr>
        <p:txBody>
          <a:bodyPr/>
          <a:lstStyle>
            <a:lvl1pPr>
              <a:defRPr>
                <a:solidFill>
                  <a:schemeClr val="accent2"/>
                </a:solidFill>
              </a:defRPr>
            </a:lvl1pPr>
          </a:lstStyle>
          <a:p>
            <a:fld id="{3AB34FB6-96E0-E94F-98AA-54332C31E3E2}" type="datetimeFigureOut">
              <a:rPr lang="en-US" smtClean="0"/>
              <a:pPr/>
              <a:t>10/19/2026</a:t>
            </a:fld>
            <a:endParaRPr lang="en-US"/>
          </a:p>
        </p:txBody>
      </p:sp>
      <p:sp>
        <p:nvSpPr>
          <p:cNvPr id="6" name="Slide Number Placeholder 5">
            <a:extLst>
              <a:ext uri="{FF2B5EF4-FFF2-40B4-BE49-F238E27FC236}">
                <a16:creationId xmlns:a16="http://schemas.microsoft.com/office/drawing/2014/main" id="{70023F44-6423-5214-29F9-1564FE9BE2F8}"/>
              </a:ext>
            </a:extLst>
          </p:cNvPr>
          <p:cNvSpPr>
            <a:spLocks noGrp="1"/>
          </p:cNvSpPr>
          <p:nvPr>
            <p:ph type="sldNum" sz="quarter" idx="12"/>
          </p:nvPr>
        </p:nvSpPr>
        <p:spPr>
          <a:xfrm>
            <a:off x="8610600" y="6448811"/>
            <a:ext cx="2743200" cy="365125"/>
          </a:xfrm>
        </p:spPr>
        <p:txBody>
          <a:bodyPr/>
          <a:lstStyle>
            <a:lvl1pPr>
              <a:defRPr>
                <a:solidFill>
                  <a:schemeClr val="accent2"/>
                </a:solidFill>
              </a:defRPr>
            </a:lvl1pPr>
          </a:lstStyle>
          <a:p>
            <a:fld id="{00C646E2-5701-E245-9F49-1F595AFFA2FE}" type="slidenum">
              <a:rPr lang="en-US" smtClean="0"/>
              <a:pPr/>
              <a:t>‹#›</a:t>
            </a:fld>
            <a:endParaRPr lang="en-US"/>
          </a:p>
        </p:txBody>
      </p:sp>
      <p:sp>
        <p:nvSpPr>
          <p:cNvPr id="8" name="TextBox 7">
            <a:extLst>
              <a:ext uri="{FF2B5EF4-FFF2-40B4-BE49-F238E27FC236}">
                <a16:creationId xmlns:a16="http://schemas.microsoft.com/office/drawing/2014/main" id="{87B8CE90-6158-6721-6A83-1930F91FD763}"/>
              </a:ext>
            </a:extLst>
          </p:cNvPr>
          <p:cNvSpPr txBox="1"/>
          <p:nvPr userDrawn="1"/>
        </p:nvSpPr>
        <p:spPr>
          <a:xfrm>
            <a:off x="4487562" y="6448811"/>
            <a:ext cx="3216875" cy="307777"/>
          </a:xfrm>
          <a:prstGeom prst="rect">
            <a:avLst/>
          </a:prstGeom>
          <a:noFill/>
        </p:spPr>
        <p:txBody>
          <a:bodyPr wrap="square" rtlCol="0">
            <a:spAutoFit/>
          </a:bodyPr>
          <a:lstStyle/>
          <a:p>
            <a:pPr algn="ctr"/>
            <a:r>
              <a:rPr lang="en-US" sz="1400" b="0" i="0" spc="0">
                <a:solidFill>
                  <a:schemeClr val="tx1"/>
                </a:solidFill>
                <a:latin typeface="+mn-lt"/>
                <a:ea typeface="Open Sans Light" pitchFamily="2" charset="0"/>
                <a:cs typeface="Open Sans Light" pitchFamily="2" charset="0"/>
              </a:rPr>
              <a:t>FLORIDA STATE UNIVERSITY</a:t>
            </a:r>
          </a:p>
        </p:txBody>
      </p:sp>
      <p:pic>
        <p:nvPicPr>
          <p:cNvPr id="10" name="Picture 9" descr="A white and black logo&#10;&#10;Description automatically generated">
            <a:extLst>
              <a:ext uri="{FF2B5EF4-FFF2-40B4-BE49-F238E27FC236}">
                <a16:creationId xmlns:a16="http://schemas.microsoft.com/office/drawing/2014/main" id="{727F293E-B2D2-6E98-BD99-0C2BBBF9E5FE}"/>
              </a:ext>
            </a:extLst>
          </p:cNvPr>
          <p:cNvPicPr>
            <a:picLocks noChangeAspect="1"/>
          </p:cNvPicPr>
          <p:nvPr userDrawn="1"/>
        </p:nvPicPr>
        <p:blipFill>
          <a:blip r:embed="rId2"/>
          <a:stretch>
            <a:fillRect/>
          </a:stretch>
        </p:blipFill>
        <p:spPr>
          <a:xfrm>
            <a:off x="11041277" y="110880"/>
            <a:ext cx="1123950" cy="673024"/>
          </a:xfrm>
          <a:prstGeom prst="rect">
            <a:avLst/>
          </a:prstGeom>
        </p:spPr>
      </p:pic>
    </p:spTree>
    <p:extLst>
      <p:ext uri="{BB962C8B-B14F-4D97-AF65-F5344CB8AC3E}">
        <p14:creationId xmlns:p14="http://schemas.microsoft.com/office/powerpoint/2010/main" val="2948090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AE62A-D4A1-12DB-FEC1-3819C3DD60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AFDB61-7333-5D50-B5C0-688DFCF834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940B5E-3E52-C4B9-9898-43CCDA94B2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6B8290-B12E-D7AE-B4CE-6AD080C2F941}"/>
              </a:ext>
            </a:extLst>
          </p:cNvPr>
          <p:cNvSpPr>
            <a:spLocks noGrp="1"/>
          </p:cNvSpPr>
          <p:nvPr>
            <p:ph type="dt" sz="half" idx="10"/>
          </p:nvPr>
        </p:nvSpPr>
        <p:spPr/>
        <p:txBody>
          <a:bodyPr/>
          <a:lstStyle/>
          <a:p>
            <a:fld id="{3AB34FB6-96E0-E94F-98AA-54332C31E3E2}" type="datetimeFigureOut">
              <a:rPr lang="en-US" smtClean="0"/>
              <a:t>10/19/2026</a:t>
            </a:fld>
            <a:endParaRPr lang="en-US"/>
          </a:p>
        </p:txBody>
      </p:sp>
      <p:sp>
        <p:nvSpPr>
          <p:cNvPr id="7" name="Slide Number Placeholder 6">
            <a:extLst>
              <a:ext uri="{FF2B5EF4-FFF2-40B4-BE49-F238E27FC236}">
                <a16:creationId xmlns:a16="http://schemas.microsoft.com/office/drawing/2014/main" id="{CD2C5EE9-E76D-B076-3220-D99665773EED}"/>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612024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448D9-6A0B-D164-B8E3-2D97680AE5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57717C-8D84-604E-FB53-FAA257C014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B00931-DDF4-74B4-7482-676148ED4B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D5CAB2-B6AC-6647-DF64-D642E5901C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362DAE-67EA-6C69-E4D3-B0EA580430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8A9263-131B-40FF-E9B4-EC7D49481A2D}"/>
              </a:ext>
            </a:extLst>
          </p:cNvPr>
          <p:cNvSpPr>
            <a:spLocks noGrp="1"/>
          </p:cNvSpPr>
          <p:nvPr>
            <p:ph type="dt" sz="half" idx="10"/>
          </p:nvPr>
        </p:nvSpPr>
        <p:spPr/>
        <p:txBody>
          <a:bodyPr/>
          <a:lstStyle/>
          <a:p>
            <a:fld id="{3AB34FB6-96E0-E94F-98AA-54332C31E3E2}" type="datetimeFigureOut">
              <a:rPr lang="en-US" smtClean="0"/>
              <a:t>10/19/2026</a:t>
            </a:fld>
            <a:endParaRPr lang="en-US"/>
          </a:p>
        </p:txBody>
      </p:sp>
      <p:sp>
        <p:nvSpPr>
          <p:cNvPr id="9" name="Slide Number Placeholder 8">
            <a:extLst>
              <a:ext uri="{FF2B5EF4-FFF2-40B4-BE49-F238E27FC236}">
                <a16:creationId xmlns:a16="http://schemas.microsoft.com/office/drawing/2014/main" id="{88424AB0-E725-AA9C-815A-6667122E06CF}"/>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3727546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32159-26DE-7E09-2A91-62B668AF8E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CF45FF-8322-1D1F-71EE-C7DA4139FF40}"/>
              </a:ext>
            </a:extLst>
          </p:cNvPr>
          <p:cNvSpPr>
            <a:spLocks noGrp="1"/>
          </p:cNvSpPr>
          <p:nvPr>
            <p:ph type="dt" sz="half" idx="10"/>
          </p:nvPr>
        </p:nvSpPr>
        <p:spPr/>
        <p:txBody>
          <a:bodyPr/>
          <a:lstStyle/>
          <a:p>
            <a:fld id="{3AB34FB6-96E0-E94F-98AA-54332C31E3E2}" type="datetimeFigureOut">
              <a:rPr lang="en-US" smtClean="0"/>
              <a:t>10/19/2026</a:t>
            </a:fld>
            <a:endParaRPr lang="en-US"/>
          </a:p>
        </p:txBody>
      </p:sp>
      <p:sp>
        <p:nvSpPr>
          <p:cNvPr id="5" name="Slide Number Placeholder 4">
            <a:extLst>
              <a:ext uri="{FF2B5EF4-FFF2-40B4-BE49-F238E27FC236}">
                <a16:creationId xmlns:a16="http://schemas.microsoft.com/office/drawing/2014/main" id="{051347C8-C8DC-7727-063C-207D80FFE245}"/>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2546223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F308FF-9CEF-9E71-F5F8-4339D02237A9}"/>
              </a:ext>
            </a:extLst>
          </p:cNvPr>
          <p:cNvSpPr>
            <a:spLocks noGrp="1"/>
          </p:cNvSpPr>
          <p:nvPr>
            <p:ph type="dt" sz="half" idx="10"/>
          </p:nvPr>
        </p:nvSpPr>
        <p:spPr/>
        <p:txBody>
          <a:bodyPr/>
          <a:lstStyle/>
          <a:p>
            <a:fld id="{3AB34FB6-96E0-E94F-98AA-54332C31E3E2}" type="datetimeFigureOut">
              <a:rPr lang="en-US" smtClean="0"/>
              <a:t>10/19/2026</a:t>
            </a:fld>
            <a:endParaRPr lang="en-US"/>
          </a:p>
        </p:txBody>
      </p:sp>
      <p:sp>
        <p:nvSpPr>
          <p:cNvPr id="4" name="Slide Number Placeholder 3">
            <a:extLst>
              <a:ext uri="{FF2B5EF4-FFF2-40B4-BE49-F238E27FC236}">
                <a16:creationId xmlns:a16="http://schemas.microsoft.com/office/drawing/2014/main" id="{9FAEB8CB-6197-F5EC-FBD0-1D15310ADE34}"/>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1182673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FB93E-0165-7922-39CB-8403F57F61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4EA9D9-C4B7-4E5A-8BF1-AEF50543E7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8A843D-7418-D612-5FF8-37BC1250E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D8C526-2423-FE08-908F-D1CC625B0FA7}"/>
              </a:ext>
            </a:extLst>
          </p:cNvPr>
          <p:cNvSpPr>
            <a:spLocks noGrp="1"/>
          </p:cNvSpPr>
          <p:nvPr>
            <p:ph type="dt" sz="half" idx="10"/>
          </p:nvPr>
        </p:nvSpPr>
        <p:spPr/>
        <p:txBody>
          <a:bodyPr/>
          <a:lstStyle/>
          <a:p>
            <a:fld id="{3AB34FB6-96E0-E94F-98AA-54332C31E3E2}" type="datetimeFigureOut">
              <a:rPr lang="en-US" smtClean="0"/>
              <a:t>10/19/2026</a:t>
            </a:fld>
            <a:endParaRPr lang="en-US"/>
          </a:p>
        </p:txBody>
      </p:sp>
      <p:sp>
        <p:nvSpPr>
          <p:cNvPr id="7" name="Slide Number Placeholder 6">
            <a:extLst>
              <a:ext uri="{FF2B5EF4-FFF2-40B4-BE49-F238E27FC236}">
                <a16:creationId xmlns:a16="http://schemas.microsoft.com/office/drawing/2014/main" id="{366B452B-B2E3-6970-E135-544F8D1E158E}"/>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605084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C7E10-773A-0FFD-96F5-E4B1534C28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810511-A094-CDF5-22AD-008F576DEA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BB847DB-CB00-6B46-18BA-61354D20EA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2565E6-501E-A950-9109-73B7D4DEC2F3}"/>
              </a:ext>
            </a:extLst>
          </p:cNvPr>
          <p:cNvSpPr>
            <a:spLocks noGrp="1"/>
          </p:cNvSpPr>
          <p:nvPr>
            <p:ph type="dt" sz="half" idx="10"/>
          </p:nvPr>
        </p:nvSpPr>
        <p:spPr/>
        <p:txBody>
          <a:bodyPr/>
          <a:lstStyle/>
          <a:p>
            <a:fld id="{3AB34FB6-96E0-E94F-98AA-54332C31E3E2}" type="datetimeFigureOut">
              <a:rPr lang="en-US" smtClean="0"/>
              <a:t>10/19/2026</a:t>
            </a:fld>
            <a:endParaRPr lang="en-US"/>
          </a:p>
        </p:txBody>
      </p:sp>
      <p:sp>
        <p:nvSpPr>
          <p:cNvPr id="7" name="Slide Number Placeholder 6">
            <a:extLst>
              <a:ext uri="{FF2B5EF4-FFF2-40B4-BE49-F238E27FC236}">
                <a16:creationId xmlns:a16="http://schemas.microsoft.com/office/drawing/2014/main" id="{65AC4804-95CB-A5EC-7436-0327C8E40312}"/>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3000416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611A7-5CAB-A0A8-9ADF-47EA99151B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8EB790-385C-75D8-F148-5AB1825EE7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A3F9ED-109C-E7E4-FC65-C4B45DDFECBB}"/>
              </a:ext>
            </a:extLst>
          </p:cNvPr>
          <p:cNvSpPr>
            <a:spLocks noGrp="1"/>
          </p:cNvSpPr>
          <p:nvPr>
            <p:ph type="dt" sz="half" idx="10"/>
          </p:nvPr>
        </p:nvSpPr>
        <p:spPr/>
        <p:txBody>
          <a:bodyPr/>
          <a:lstStyle/>
          <a:p>
            <a:fld id="{3AB34FB6-96E0-E94F-98AA-54332C31E3E2}" type="datetimeFigureOut">
              <a:rPr lang="en-US" smtClean="0"/>
              <a:t>10/19/2026</a:t>
            </a:fld>
            <a:endParaRPr lang="en-US"/>
          </a:p>
        </p:txBody>
      </p:sp>
      <p:sp>
        <p:nvSpPr>
          <p:cNvPr id="6" name="Slide Number Placeholder 5">
            <a:extLst>
              <a:ext uri="{FF2B5EF4-FFF2-40B4-BE49-F238E27FC236}">
                <a16:creationId xmlns:a16="http://schemas.microsoft.com/office/drawing/2014/main" id="{00D966A9-97E3-4E20-D3F5-19EB07AB96F8}"/>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1893219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7E530E-A39E-4B7F-27F3-A1DED943E6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4815FF-D0F2-4CED-8659-42739ACF6A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984235-F59F-1C05-743D-753E4B2CE06B}"/>
              </a:ext>
            </a:extLst>
          </p:cNvPr>
          <p:cNvSpPr>
            <a:spLocks noGrp="1"/>
          </p:cNvSpPr>
          <p:nvPr>
            <p:ph type="dt" sz="half" idx="10"/>
          </p:nvPr>
        </p:nvSpPr>
        <p:spPr/>
        <p:txBody>
          <a:bodyPr/>
          <a:lstStyle/>
          <a:p>
            <a:fld id="{3AB34FB6-96E0-E94F-98AA-54332C31E3E2}" type="datetimeFigureOut">
              <a:rPr lang="en-US" smtClean="0"/>
              <a:t>10/19/2026</a:t>
            </a:fld>
            <a:endParaRPr lang="en-US"/>
          </a:p>
        </p:txBody>
      </p:sp>
      <p:sp>
        <p:nvSpPr>
          <p:cNvPr id="6" name="Slide Number Placeholder 5">
            <a:extLst>
              <a:ext uri="{FF2B5EF4-FFF2-40B4-BE49-F238E27FC236}">
                <a16:creationId xmlns:a16="http://schemas.microsoft.com/office/drawing/2014/main" id="{1FC61F74-418A-3F5C-3E9E-5A26EB282DDD}"/>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15249184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C931FD-487B-FB4F-9663-6F1B47FCF50B}"/>
              </a:ext>
            </a:extLst>
          </p:cNvPr>
          <p:cNvSpPr/>
          <p:nvPr userDrawn="1"/>
        </p:nvSpPr>
        <p:spPr>
          <a:xfrm>
            <a:off x="0" y="6359525"/>
            <a:ext cx="12192000" cy="4984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84AF466-845F-25C1-2F42-A39E88937987}"/>
              </a:ext>
            </a:extLst>
          </p:cNvPr>
          <p:cNvSpPr txBox="1"/>
          <p:nvPr userDrawn="1"/>
        </p:nvSpPr>
        <p:spPr>
          <a:xfrm>
            <a:off x="4487562" y="6448811"/>
            <a:ext cx="3216875" cy="307777"/>
          </a:xfrm>
          <a:prstGeom prst="rect">
            <a:avLst/>
          </a:prstGeom>
          <a:noFill/>
        </p:spPr>
        <p:txBody>
          <a:bodyPr wrap="square" rtlCol="0">
            <a:spAutoFit/>
          </a:bodyPr>
          <a:lstStyle/>
          <a:p>
            <a:pPr algn="ctr"/>
            <a:r>
              <a:rPr lang="en-US" sz="1400" b="0" i="0" spc="0">
                <a:solidFill>
                  <a:schemeClr val="tx1"/>
                </a:solidFill>
                <a:latin typeface="+mn-lt"/>
                <a:ea typeface="Open Sans Light" pitchFamily="2" charset="0"/>
                <a:cs typeface="Open Sans Light" pitchFamily="2" charset="0"/>
              </a:rPr>
              <a:t>FLORIDA STATE UNIVERSITY</a:t>
            </a:r>
          </a:p>
        </p:txBody>
      </p:sp>
      <p:pic>
        <p:nvPicPr>
          <p:cNvPr id="9" name="Picture 8" descr="A close up of a logo&#10;&#10;Description automatically generated">
            <a:extLst>
              <a:ext uri="{FF2B5EF4-FFF2-40B4-BE49-F238E27FC236}">
                <a16:creationId xmlns:a16="http://schemas.microsoft.com/office/drawing/2014/main" id="{3854FDEB-39C7-AC12-C5D7-0072E4657FEE}"/>
              </a:ext>
            </a:extLst>
          </p:cNvPr>
          <p:cNvPicPr>
            <a:picLocks noChangeAspect="1"/>
          </p:cNvPicPr>
          <p:nvPr userDrawn="1"/>
        </p:nvPicPr>
        <p:blipFill>
          <a:blip r:embed="rId15"/>
          <a:stretch>
            <a:fillRect/>
          </a:stretch>
        </p:blipFill>
        <p:spPr>
          <a:xfrm>
            <a:off x="11041277" y="109022"/>
            <a:ext cx="1123950" cy="673024"/>
          </a:xfrm>
          <a:prstGeom prst="rect">
            <a:avLst/>
          </a:prstGeom>
        </p:spPr>
      </p:pic>
      <p:sp>
        <p:nvSpPr>
          <p:cNvPr id="2" name="Title Placeholder 1">
            <a:extLst>
              <a:ext uri="{FF2B5EF4-FFF2-40B4-BE49-F238E27FC236}">
                <a16:creationId xmlns:a16="http://schemas.microsoft.com/office/drawing/2014/main" id="{2253CF2F-ADD4-6F9A-E59D-0434131054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FB9F1B-2C71-3B4E-A91B-8504AACA06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FED1D6-CC84-B500-5E9B-CA793480A9D2}"/>
              </a:ext>
            </a:extLst>
          </p:cNvPr>
          <p:cNvSpPr>
            <a:spLocks noGrp="1"/>
          </p:cNvSpPr>
          <p:nvPr>
            <p:ph type="dt" sz="half" idx="2"/>
          </p:nvPr>
        </p:nvSpPr>
        <p:spPr>
          <a:xfrm>
            <a:off x="838200" y="6448811"/>
            <a:ext cx="2743200" cy="365125"/>
          </a:xfrm>
          <a:prstGeom prst="rect">
            <a:avLst/>
          </a:prstGeom>
        </p:spPr>
        <p:txBody>
          <a:bodyPr vert="horz" lIns="91440" tIns="45720" rIns="91440" bIns="45720" rtlCol="0" anchor="ctr"/>
          <a:lstStyle>
            <a:lvl1pPr algn="l">
              <a:defRPr sz="1200">
                <a:solidFill>
                  <a:schemeClr val="accent2"/>
                </a:solidFill>
              </a:defRPr>
            </a:lvl1pPr>
          </a:lstStyle>
          <a:p>
            <a:fld id="{3AB34FB6-96E0-E94F-98AA-54332C31E3E2}" type="datetimeFigureOut">
              <a:rPr lang="en-US" smtClean="0"/>
              <a:pPr/>
              <a:t>10/19/2026</a:t>
            </a:fld>
            <a:endParaRPr lang="en-US"/>
          </a:p>
        </p:txBody>
      </p:sp>
      <p:sp>
        <p:nvSpPr>
          <p:cNvPr id="6" name="Slide Number Placeholder 5">
            <a:extLst>
              <a:ext uri="{FF2B5EF4-FFF2-40B4-BE49-F238E27FC236}">
                <a16:creationId xmlns:a16="http://schemas.microsoft.com/office/drawing/2014/main" id="{62C0A297-EF75-F329-75D5-059F83F2B227}"/>
              </a:ext>
            </a:extLst>
          </p:cNvPr>
          <p:cNvSpPr>
            <a:spLocks noGrp="1"/>
          </p:cNvSpPr>
          <p:nvPr>
            <p:ph type="sldNum" sz="quarter" idx="4"/>
          </p:nvPr>
        </p:nvSpPr>
        <p:spPr>
          <a:xfrm>
            <a:off x="8610600" y="6448811"/>
            <a:ext cx="2743200" cy="365125"/>
          </a:xfrm>
          <a:prstGeom prst="rect">
            <a:avLst/>
          </a:prstGeom>
        </p:spPr>
        <p:txBody>
          <a:bodyPr vert="horz" lIns="91440" tIns="45720" rIns="91440" bIns="45720" rtlCol="0" anchor="ctr"/>
          <a:lstStyle>
            <a:lvl1pPr algn="r">
              <a:defRPr sz="1200">
                <a:solidFill>
                  <a:schemeClr val="accent2"/>
                </a:solidFill>
              </a:defRPr>
            </a:lvl1pPr>
          </a:lstStyle>
          <a:p>
            <a:fld id="{00C646E2-5701-E245-9F49-1F595AFFA2FE}" type="slidenum">
              <a:rPr lang="en-US" smtClean="0"/>
              <a:pPr/>
              <a:t>‹#›</a:t>
            </a:fld>
            <a:endParaRPr lang="en-US"/>
          </a:p>
        </p:txBody>
      </p:sp>
    </p:spTree>
    <p:extLst>
      <p:ext uri="{BB962C8B-B14F-4D97-AF65-F5344CB8AC3E}">
        <p14:creationId xmlns:p14="http://schemas.microsoft.com/office/powerpoint/2010/main" val="4208351128"/>
      </p:ext>
    </p:extLst>
  </p:cSld>
  <p:clrMap bg1="dk1" tx1="lt1" bg2="dk2" tx2="lt2" accent1="accent1" accent2="accent2" accent3="accent3" accent4="accent4" accent5="accent5" accent6="accent6" hlink="hlink" folHlink="folHlink"/>
  <p:sldLayoutIdLst>
    <p:sldLayoutId id="2147483672" r:id="rId1"/>
    <p:sldLayoutId id="2147483661" r:id="rId2"/>
    <p:sldLayoutId id="2147483673"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bg2"/>
          </a:solidFill>
          <a:latin typeface="+mj-lt"/>
          <a:ea typeface="+mj-ea"/>
          <a:cs typeface="Times New Roman" panose="02020603050405020304" pitchFamily="18"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hyperlink" Target="https://www.youtube.com/watch?v=TNAu6DvB9Ng" TargetMode="External"/><Relationship Id="rId4" Type="http://schemas.openxmlformats.org/officeDocument/2006/relationships/hyperlink" Target="https://www.youtube.com/watch?v=nhv82tvFfkM" TargetMode="External"/><Relationship Id="rId5" Type="http://schemas.openxmlformats.org/officeDocument/2006/relationships/hyperlink" Target="https://www.youtube.com/watch?v=sv0ca-6liM8" TargetMode="External"/><Relationship Id="rId6" Type="http://schemas.openxmlformats.org/officeDocument/2006/relationships/hyperlink" Target="https://www.youtube.com/watch?v=SF_w7LBV_Zo" TargetMode="External"/><Relationship Id="rId7" Type="http://schemas.openxmlformats.org/officeDocument/2006/relationships/hyperlink" Target="https://www.youtube.com/watch?v=kqtD5dpn9C8"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hyperlink" Target="https://wiki.cci.arts.ac.uk/books/how-to-guides/page/how-to-install-cuda-toolkit-on-your-personal-windows-pc" TargetMode="External"/><Relationship Id="rId5" Type="http://schemas.openxmlformats.org/officeDocument/2006/relationships/hyperlink" Target="https://developer.apple.com/metal/pytorch/" TargetMode="External"/><Relationship Id="rId6"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aconda.com/docs/getting-started/getting-started" TargetMode="External"/><Relationship Id="rId3" Type="http://schemas.openxmlformats.org/officeDocument/2006/relationships/hyperlink" Target="https://www.youtube.com/watch?v=1nDNhiRg4DY" TargetMode="External"/><Relationship Id="rId4" Type="http://schemas.openxmlformats.org/officeDocument/2006/relationships/hyperlink" Target="https://docs.astral.sh/uv/"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colab.research.google.com/" TargetMode="Externa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ackoverflow.com/questions/57113226/how-can-i-prevent-google-colab-from-disconnecting" TargetMode="External"/><Relationship Id="rId3" Type="http://schemas.openxmlformats.org/officeDocument/2006/relationships/image" Target="../media/image2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paperspace.com/" TargetMode="External"/><Relationship Id="rId3" Type="http://schemas.openxmlformats.org/officeDocument/2006/relationships/hyperlink" Target="https://vast.ai/" TargetMode="External"/><Relationship Id="rId4" Type="http://schemas.openxmlformats.org/officeDocument/2006/relationships/hyperlink" Target="https://www.paperspace.com/pricin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image" Target="../media/image32.png"/><Relationship Id="rId9"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8" Type="http://schemas.openxmlformats.org/officeDocument/2006/relationships/image" Target="../media/image34.png"/><Relationship Id="rId9"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8" Type="http://schemas.openxmlformats.org/officeDocument/2006/relationships/image" Target="../media/image36.png"/><Relationship Id="rId9" Type="http://schemas.openxmlformats.org/officeDocument/2006/relationships/hyperlink" Target="https://colab.research.google.com/drive/1_ru4CdNgz_MrtiPs5qUOaRoW_5q1R6cl?usp=sharin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diagramData" Target="../diagrams/data4.xml"/><Relationship Id="rId4" Type="http://schemas.openxmlformats.org/officeDocument/2006/relationships/diagramLayout" Target="../diagrams/layout4.xml"/><Relationship Id="rId5" Type="http://schemas.openxmlformats.org/officeDocument/2006/relationships/diagramQuickStyle" Target="../diagrams/quickStyle4.xml"/><Relationship Id="rId6" Type="http://schemas.openxmlformats.org/officeDocument/2006/relationships/diagramColors" Target="../diagrams/colors4.xml"/><Relationship Id="rId7" Type="http://schemas.microsoft.com/office/2007/relationships/diagramDrawing" Target="../diagrams/drawing4.xml"/><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 Id="rId8" Type="http://schemas.openxmlformats.org/officeDocument/2006/relationships/image" Target="../media/image40.png"/><Relationship Id="rId9"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diagramData" Target="../diagrams/data6.xml"/><Relationship Id="rId4" Type="http://schemas.openxmlformats.org/officeDocument/2006/relationships/diagramLayout" Target="../diagrams/layout6.xml"/><Relationship Id="rId5" Type="http://schemas.openxmlformats.org/officeDocument/2006/relationships/diagramQuickStyle" Target="../diagrams/quickStyle6.xml"/><Relationship Id="rId6" Type="http://schemas.openxmlformats.org/officeDocument/2006/relationships/diagramColors" Target="../diagrams/colors6.xml"/><Relationship Id="rId7" Type="http://schemas.microsoft.com/office/2007/relationships/diagramDrawing" Target="../diagrams/drawing6.xml"/><Relationship Id="rId8" Type="http://schemas.openxmlformats.org/officeDocument/2006/relationships/image" Target="../media/image4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diagramData" Target="../diagrams/data7.xml"/><Relationship Id="rId4" Type="http://schemas.openxmlformats.org/officeDocument/2006/relationships/diagramLayout" Target="../diagrams/layout7.xml"/><Relationship Id="rId5" Type="http://schemas.openxmlformats.org/officeDocument/2006/relationships/diagramQuickStyle" Target="../diagrams/quickStyle7.xml"/><Relationship Id="rId6" Type="http://schemas.openxmlformats.org/officeDocument/2006/relationships/diagramColors" Target="../diagrams/colors7.xml"/><Relationship Id="rId7" Type="http://schemas.microsoft.com/office/2007/relationships/diagramDrawing" Target="../diagrams/drawing7.xml"/><Relationship Id="rId8"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diagramData" Target="../diagrams/data8.xml"/><Relationship Id="rId4" Type="http://schemas.openxmlformats.org/officeDocument/2006/relationships/diagramLayout" Target="../diagrams/layout8.xml"/><Relationship Id="rId5" Type="http://schemas.openxmlformats.org/officeDocument/2006/relationships/diagramQuickStyle" Target="../diagrams/quickStyle8.xml"/><Relationship Id="rId6" Type="http://schemas.openxmlformats.org/officeDocument/2006/relationships/diagramColors" Target="../diagrams/colors8.xml"/><Relationship Id="rId7" Type="http://schemas.microsoft.com/office/2007/relationships/diagramDrawing" Target="../diagrams/drawing8.xml"/><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1" Type="http://schemas.openxmlformats.org/officeDocument/2006/relationships/image" Target="../media/image47.png"/><Relationship Id="rId12"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diagramData" Target="../diagrams/data9.xml"/><Relationship Id="rId4" Type="http://schemas.openxmlformats.org/officeDocument/2006/relationships/diagramLayout" Target="../diagrams/layout9.xml"/><Relationship Id="rId5" Type="http://schemas.openxmlformats.org/officeDocument/2006/relationships/diagramQuickStyle" Target="../diagrams/quickStyle9.xml"/><Relationship Id="rId6" Type="http://schemas.openxmlformats.org/officeDocument/2006/relationships/diagramColors" Target="../diagrams/colors9.xml"/><Relationship Id="rId7" Type="http://schemas.microsoft.com/office/2007/relationships/diagramDrawing" Target="../diagrams/drawing9.xml"/><Relationship Id="rId8"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pytorch.org/docs/stable/" TargetMode="External"/><Relationship Id="rId3"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07244-BA2B-01FB-9833-CC44337832CB}"/>
              </a:ext>
            </a:extLst>
          </p:cNvPr>
          <p:cNvSpPr>
            <a:spLocks noGrp="1"/>
          </p:cNvSpPr>
          <p:nvPr>
            <p:ph type="ctrTitle"/>
          </p:nvPr>
        </p:nvSpPr>
        <p:spPr/>
        <p:txBody>
          <a:bodyPr/>
          <a:lstStyle/>
          <a:p>
            <a:r>
              <a:rPr lang="en-US" dirty="0">
                <a:latin typeface="Times New Roman"/>
                <a:cs typeface="Times New Roman"/>
              </a:rPr>
              <a:t>Tutorials for </a:t>
            </a:r>
            <a:br>
              <a:rPr lang="en-US" dirty="0">
                <a:latin typeface="Times New Roman"/>
                <a:cs typeface="Times New Roman"/>
              </a:rPr>
            </a:br>
            <a:r>
              <a:rPr lang="en-US" dirty="0">
                <a:latin typeface="Times New Roman"/>
                <a:cs typeface="Times New Roman"/>
              </a:rPr>
              <a:t>Google </a:t>
            </a:r>
            <a:r>
              <a:rPr lang="en-US" dirty="0" err="1">
                <a:latin typeface="Times New Roman"/>
                <a:cs typeface="Times New Roman"/>
              </a:rPr>
              <a:t>Colab</a:t>
            </a:r>
            <a:r>
              <a:rPr lang="en-US" dirty="0">
                <a:latin typeface="Times New Roman"/>
                <a:cs typeface="Times New Roman"/>
              </a:rPr>
              <a:t> and </a:t>
            </a:r>
            <a:r>
              <a:rPr lang="en-US" dirty="0" err="1">
                <a:latin typeface="Times New Roman"/>
                <a:cs typeface="Times New Roman"/>
              </a:rPr>
              <a:t>PyTorch</a:t>
            </a:r>
            <a:endParaRPr lang="en-US" dirty="0"/>
          </a:p>
        </p:txBody>
      </p:sp>
      <p:sp>
        <p:nvSpPr>
          <p:cNvPr id="3" name="Subtitle 2">
            <a:extLst>
              <a:ext uri="{FF2B5EF4-FFF2-40B4-BE49-F238E27FC236}">
                <a16:creationId xmlns:a16="http://schemas.microsoft.com/office/drawing/2014/main" id="{4115F2A2-3AA3-93BC-39DD-820B2D5662F1}"/>
              </a:ext>
            </a:extLst>
          </p:cNvPr>
          <p:cNvSpPr>
            <a:spLocks noGrp="1"/>
          </p:cNvSpPr>
          <p:nvPr>
            <p:ph type="subTitle" idx="1"/>
          </p:nvPr>
        </p:nvSpPr>
        <p:spPr>
          <a:xfrm>
            <a:off x="1594022" y="4343400"/>
            <a:ext cx="9144000" cy="970002"/>
          </a:xfrm>
        </p:spPr>
        <p:txBody>
          <a:bodyPr vert="horz" lIns="91440" tIns="45720" rIns="91440" bIns="45720" rtlCol="0" anchor="t">
            <a:normAutofit/>
          </a:bodyPr>
          <a:lstStyle/>
          <a:p>
            <a:endParaRPr lang="en-US" dirty="0"/>
          </a:p>
          <a:p>
            <a:r>
              <a:rPr lang="en-US" dirty="0"/>
              <a:t>CIS </a:t>
            </a:r>
            <a:r>
              <a:rPr lang="en-US"/>
              <a:t>4930/5930 Fall 2026</a:t>
            </a:r>
          </a:p>
          <a:p>
            <a:endParaRPr lang="en-US" dirty="0"/>
          </a:p>
          <a:p>
            <a:endParaRPr lang="en-US" dirty="0"/>
          </a:p>
        </p:txBody>
      </p:sp>
    </p:spTree>
    <p:extLst>
      <p:ext uri="{BB962C8B-B14F-4D97-AF65-F5344CB8AC3E}">
        <p14:creationId xmlns:p14="http://schemas.microsoft.com/office/powerpoint/2010/main" val="2604660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784BD-E891-8F83-848D-B3163274FFBD}"/>
              </a:ext>
            </a:extLst>
          </p:cNvPr>
          <p:cNvSpPr>
            <a:spLocks noGrp="1"/>
          </p:cNvSpPr>
          <p:nvPr>
            <p:ph type="title"/>
          </p:nvPr>
        </p:nvSpPr>
        <p:spPr/>
        <p:txBody>
          <a:bodyPr/>
          <a:lstStyle/>
          <a:p>
            <a:r>
              <a:rPr lang="en-US" dirty="0"/>
              <a:t>Today’s </a:t>
            </a:r>
            <a:r>
              <a:rPr lang="en-US" dirty="0">
                <a:ea typeface="Open Sans SemiBold"/>
                <a:cs typeface="Times New Roman"/>
              </a:rPr>
              <a:t>Outline</a:t>
            </a:r>
            <a:endParaRPr lang="en-US" dirty="0"/>
          </a:p>
        </p:txBody>
      </p:sp>
      <p:sp>
        <p:nvSpPr>
          <p:cNvPr id="3" name="Content Placeholder 2">
            <a:extLst>
              <a:ext uri="{FF2B5EF4-FFF2-40B4-BE49-F238E27FC236}">
                <a16:creationId xmlns:a16="http://schemas.microsoft.com/office/drawing/2014/main" id="{CA523C10-A1CA-5A70-82DF-D4E640468CCC}"/>
              </a:ext>
            </a:extLst>
          </p:cNvPr>
          <p:cNvSpPr>
            <a:spLocks noGrp="1"/>
          </p:cNvSpPr>
          <p:nvPr>
            <p:ph idx="1"/>
          </p:nvPr>
        </p:nvSpPr>
        <p:spPr/>
        <p:txBody>
          <a:bodyPr vert="horz" lIns="91440" tIns="45720" rIns="91440" bIns="45720" rtlCol="0" anchor="t">
            <a:normAutofit/>
          </a:bodyPr>
          <a:lstStyle/>
          <a:p>
            <a:r>
              <a:rPr lang="en-US" dirty="0">
                <a:latin typeface="Times New Roman"/>
                <a:cs typeface="Times New Roman"/>
              </a:rPr>
              <a:t>Pre-requisite</a:t>
            </a:r>
          </a:p>
          <a:p>
            <a:r>
              <a:rPr lang="en-US" dirty="0">
                <a:latin typeface="Times New Roman"/>
                <a:cs typeface="Times New Roman"/>
              </a:rPr>
              <a:t>Google </a:t>
            </a:r>
            <a:r>
              <a:rPr lang="en-US" dirty="0" err="1">
                <a:latin typeface="Times New Roman"/>
                <a:cs typeface="Times New Roman"/>
              </a:rPr>
              <a:t>Colab</a:t>
            </a:r>
            <a:r>
              <a:rPr lang="en-US" dirty="0">
                <a:latin typeface="Times New Roman"/>
                <a:cs typeface="Times New Roman"/>
              </a:rPr>
              <a:t> and Alternatives</a:t>
            </a:r>
          </a:p>
          <a:p>
            <a:r>
              <a:rPr lang="en-US" dirty="0" err="1">
                <a:latin typeface="Times New Roman"/>
                <a:cs typeface="Times New Roman"/>
              </a:rPr>
              <a:t>PyTorch</a:t>
            </a:r>
            <a:r>
              <a:rPr lang="en-US" dirty="0">
                <a:latin typeface="Times New Roman"/>
                <a:cs typeface="Times New Roman"/>
              </a:rPr>
              <a:t> Basic</a:t>
            </a:r>
          </a:p>
          <a:p>
            <a:r>
              <a:rPr lang="en-US" dirty="0">
                <a:latin typeface="Times New Roman"/>
                <a:cs typeface="Times New Roman"/>
              </a:rPr>
              <a:t>CNN Example: Image Classification</a:t>
            </a:r>
          </a:p>
          <a:p>
            <a:r>
              <a:rPr lang="en-US" dirty="0">
                <a:latin typeface="Times New Roman"/>
                <a:cs typeface="Times New Roman"/>
              </a:rPr>
              <a:t>Presenting your model: </a:t>
            </a:r>
            <a:r>
              <a:rPr lang="en-US" dirty="0" err="1">
                <a:latin typeface="Times New Roman"/>
                <a:cs typeface="Times New Roman"/>
              </a:rPr>
              <a:t>Gradio</a:t>
            </a:r>
            <a:r>
              <a:rPr lang="en-US" dirty="0">
                <a:latin typeface="Times New Roman"/>
                <a:cs typeface="Times New Roman"/>
              </a:rPr>
              <a:t> and </a:t>
            </a:r>
            <a:r>
              <a:rPr lang="en-US" dirty="0" err="1">
                <a:latin typeface="Times New Roman"/>
                <a:cs typeface="Times New Roman"/>
              </a:rPr>
              <a:t>Streamlit</a:t>
            </a:r>
            <a:endParaRPr lang="en-US" dirty="0">
              <a:latin typeface="Times New Roman"/>
              <a:cs typeface="Times New Roman"/>
            </a:endParaRPr>
          </a:p>
          <a:p>
            <a:endParaRPr lang="en-US" dirty="0">
              <a:latin typeface="Times New Roman"/>
              <a:cs typeface="Times New Roman"/>
            </a:endParaRPr>
          </a:p>
        </p:txBody>
      </p:sp>
    </p:spTree>
    <p:extLst>
      <p:ext uri="{BB962C8B-B14F-4D97-AF65-F5344CB8AC3E}">
        <p14:creationId xmlns:p14="http://schemas.microsoft.com/office/powerpoint/2010/main" val="2535760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5C8B8-DA2E-A5D7-9423-22B10B41019F}"/>
              </a:ext>
            </a:extLst>
          </p:cNvPr>
          <p:cNvSpPr>
            <a:spLocks noGrp="1"/>
          </p:cNvSpPr>
          <p:nvPr>
            <p:ph type="title"/>
          </p:nvPr>
        </p:nvSpPr>
        <p:spPr/>
        <p:txBody>
          <a:bodyPr/>
          <a:lstStyle/>
          <a:p>
            <a:r>
              <a:rPr lang="en-US">
                <a:solidFill>
                  <a:srgbClr val="FFFFFF"/>
                </a:solidFill>
                <a:latin typeface="Open Sans SemiBold"/>
                <a:ea typeface="Open Sans SemiBold"/>
                <a:cs typeface="Times New Roman"/>
              </a:rPr>
              <a:t>Pre-</a:t>
            </a:r>
            <a:r>
              <a:rPr lang="en-US">
                <a:solidFill>
                  <a:srgbClr val="FFFFFF"/>
                </a:solidFill>
                <a:ea typeface="+mj-lt"/>
                <a:cs typeface="+mj-lt"/>
              </a:rPr>
              <a:t>requisite</a:t>
            </a:r>
            <a:endParaRPr lang="en-US">
              <a:ea typeface="Open Sans SemiBold"/>
            </a:endParaRPr>
          </a:p>
        </p:txBody>
      </p:sp>
      <p:sp>
        <p:nvSpPr>
          <p:cNvPr id="3" name="Text Placeholder 2">
            <a:extLst>
              <a:ext uri="{FF2B5EF4-FFF2-40B4-BE49-F238E27FC236}">
                <a16:creationId xmlns:a16="http://schemas.microsoft.com/office/drawing/2014/main" id="{C6507FC3-AA4F-645E-A570-71497544B811}"/>
              </a:ext>
            </a:extLst>
          </p:cNvPr>
          <p:cNvSpPr>
            <a:spLocks noGrp="1"/>
          </p:cNvSpPr>
          <p:nvPr>
            <p:ph type="body" idx="1"/>
          </p:nvPr>
        </p:nvSpPr>
        <p:spPr/>
        <p:txBody>
          <a:bodyPr vert="horz" lIns="91440" tIns="45720" rIns="91440" bIns="45720" rtlCol="0" anchor="t">
            <a:normAutofit/>
          </a:bodyPr>
          <a:lstStyle/>
          <a:p>
            <a:pPr marL="457200" indent="-457200">
              <a:buAutoNum type="arabicPeriod"/>
            </a:pPr>
            <a:r>
              <a:rPr lang="en-US">
                <a:latin typeface="Times New Roman"/>
                <a:cs typeface="Times New Roman"/>
              </a:rPr>
              <a:t>Basic python knowledge</a:t>
            </a:r>
            <a:endParaRPr lang="en-US">
              <a:solidFill>
                <a:srgbClr val="FFFFFF"/>
              </a:solidFill>
            </a:endParaRPr>
          </a:p>
          <a:p>
            <a:pPr marL="457200" indent="-457200">
              <a:buAutoNum type="arabicPeriod"/>
            </a:pPr>
            <a:r>
              <a:rPr lang="en-US">
                <a:latin typeface="Times New Roman"/>
                <a:cs typeface="Times New Roman"/>
              </a:rPr>
              <a:t>Google account for </a:t>
            </a:r>
            <a:r>
              <a:rPr lang="en-US" err="1">
                <a:latin typeface="Times New Roman"/>
                <a:cs typeface="Times New Roman"/>
              </a:rPr>
              <a:t>Colab</a:t>
            </a:r>
            <a:r>
              <a:rPr lang="en-US">
                <a:latin typeface="Times New Roman"/>
                <a:cs typeface="Times New Roman"/>
              </a:rPr>
              <a:t> (OR PC/Mac with a GPU OR Other online platform)</a:t>
            </a:r>
            <a:endParaRPr lang="en-US">
              <a:solidFill>
                <a:srgbClr val="FFFFFF"/>
              </a:solidFill>
              <a:latin typeface="Times New Roman"/>
              <a:cs typeface="Times New Roman"/>
            </a:endParaRPr>
          </a:p>
          <a:p>
            <a:pPr marL="285750" indent="-285750">
              <a:buFont typeface="Arial" panose="020B0604020202020204" pitchFamily="34" charset="0"/>
              <a:buChar char="•"/>
            </a:pPr>
            <a:r>
              <a:rPr lang="en-US">
                <a:latin typeface="Times New Roman"/>
                <a:cs typeface="Times New Roman"/>
              </a:rPr>
              <a:t> - Why you need a GPU for deep learning</a:t>
            </a:r>
            <a:endParaRPr lang="en-US">
              <a:solidFill>
                <a:srgbClr val="FFFFFF"/>
              </a:solidFill>
              <a:latin typeface="Times New Roman"/>
              <a:cs typeface="Times New Roman"/>
            </a:endParaRPr>
          </a:p>
        </p:txBody>
      </p:sp>
    </p:spTree>
    <p:extLst>
      <p:ext uri="{BB962C8B-B14F-4D97-AF65-F5344CB8AC3E}">
        <p14:creationId xmlns:p14="http://schemas.microsoft.com/office/powerpoint/2010/main" val="3074480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3812C-7D58-D3C8-0BDD-66874BCB8370}"/>
              </a:ext>
            </a:extLst>
          </p:cNvPr>
          <p:cNvSpPr>
            <a:spLocks noGrp="1"/>
          </p:cNvSpPr>
          <p:nvPr>
            <p:ph type="title"/>
          </p:nvPr>
        </p:nvSpPr>
        <p:spPr/>
        <p:txBody>
          <a:bodyPr/>
          <a:lstStyle/>
          <a:p>
            <a:r>
              <a:rPr lang="en-US">
                <a:ea typeface="Open Sans SemiBold"/>
                <a:cs typeface="Times New Roman"/>
              </a:rPr>
              <a:t>Python Basic</a:t>
            </a:r>
            <a:endParaRPr lang="en-US">
              <a:ea typeface="Open Sans SemiBold"/>
            </a:endParaRPr>
          </a:p>
        </p:txBody>
      </p:sp>
      <p:sp>
        <p:nvSpPr>
          <p:cNvPr id="3" name="Content Placeholder 2">
            <a:extLst>
              <a:ext uri="{FF2B5EF4-FFF2-40B4-BE49-F238E27FC236}">
                <a16:creationId xmlns:a16="http://schemas.microsoft.com/office/drawing/2014/main" id="{B92A3C6A-4237-A730-5F80-5205B6F6819E}"/>
              </a:ext>
            </a:extLst>
          </p:cNvPr>
          <p:cNvSpPr>
            <a:spLocks noGrp="1"/>
          </p:cNvSpPr>
          <p:nvPr>
            <p:ph idx="1"/>
          </p:nvPr>
        </p:nvSpPr>
        <p:spPr>
          <a:xfrm>
            <a:off x="838200" y="1395618"/>
            <a:ext cx="10515600" cy="4187524"/>
          </a:xfrm>
        </p:spPr>
        <p:txBody>
          <a:bodyPr vert="horz" lIns="91440" tIns="45720" rIns="91440" bIns="45720" rtlCol="0" anchor="t">
            <a:normAutofit/>
          </a:bodyPr>
          <a:lstStyle/>
          <a:p>
            <a:r>
              <a:rPr lang="en-US" dirty="0">
                <a:solidFill>
                  <a:srgbClr val="000000"/>
                </a:solidFill>
                <a:latin typeface="Times New Roman"/>
                <a:cs typeface="Times New Roman"/>
              </a:rPr>
              <a:t>Python is a high-level, interpreted, general-purpose programming language known for its simplicity and readability. Unlike C++, Python is a scripting language that does not need to be compile.</a:t>
            </a:r>
          </a:p>
          <a:p>
            <a:pPr marL="0" indent="0">
              <a:buNone/>
            </a:pPr>
            <a:endParaRPr lang="en-US" sz="1400" dirty="0">
              <a:solidFill>
                <a:srgbClr val="9334E6"/>
              </a:solidFill>
              <a:latin typeface="Times New Roman"/>
              <a:cs typeface="Times New Roman"/>
            </a:endParaRPr>
          </a:p>
          <a:p>
            <a:pPr marL="0" indent="0">
              <a:buNone/>
            </a:pPr>
            <a:endParaRPr lang="en-US" sz="1400" dirty="0">
              <a:solidFill>
                <a:srgbClr val="001D35"/>
              </a:solidFill>
              <a:latin typeface="Times New Roman"/>
              <a:cs typeface="Times New Roman"/>
            </a:endParaRPr>
          </a:p>
          <a:p>
            <a:pPr marL="0" indent="0">
              <a:buNone/>
            </a:pPr>
            <a:endParaRPr lang="en-US" dirty="0">
              <a:solidFill>
                <a:srgbClr val="000000"/>
              </a:solidFill>
            </a:endParaRPr>
          </a:p>
          <a:p>
            <a:pPr marL="0" indent="0">
              <a:buNone/>
            </a:pPr>
            <a:endParaRPr lang="en-US" dirty="0">
              <a:solidFill>
                <a:srgbClr val="000000"/>
              </a:solidFill>
            </a:endParaRPr>
          </a:p>
          <a:p>
            <a:pPr marL="0" indent="0">
              <a:buNone/>
            </a:pPr>
            <a:endParaRPr lang="en-US" dirty="0">
              <a:solidFill>
                <a:srgbClr val="000000"/>
              </a:solidFill>
            </a:endParaRPr>
          </a:p>
          <a:p>
            <a:endParaRPr lang="en-US" dirty="0">
              <a:solidFill>
                <a:srgbClr val="000000"/>
              </a:solidFill>
              <a:latin typeface="Times New Roman"/>
              <a:cs typeface="Times New Roman"/>
            </a:endParaRPr>
          </a:p>
        </p:txBody>
      </p:sp>
      <p:sp>
        <p:nvSpPr>
          <p:cNvPr id="4" name="TextBox 3">
            <a:extLst>
              <a:ext uri="{FF2B5EF4-FFF2-40B4-BE49-F238E27FC236}">
                <a16:creationId xmlns:a16="http://schemas.microsoft.com/office/drawing/2014/main" id="{4B96D5A8-CCC0-AFE0-6F66-C9F141FD7A37}"/>
              </a:ext>
            </a:extLst>
          </p:cNvPr>
          <p:cNvSpPr txBox="1"/>
          <p:nvPr/>
        </p:nvSpPr>
        <p:spPr>
          <a:xfrm>
            <a:off x="4040076" y="4088927"/>
            <a:ext cx="410546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rgbClr val="11A611"/>
                </a:solidFill>
                <a:latin typeface="Consolas"/>
              </a:rPr>
              <a:t>&gt;&gt;&gt; print("Hello, I'm Python!")
</a:t>
            </a:r>
            <a:r>
              <a:rPr lang="en-US" sz="1200" dirty="0">
                <a:solidFill>
                  <a:srgbClr val="DDDDDD"/>
                </a:solidFill>
                <a:latin typeface="Consolas"/>
              </a:rPr>
              <a:t>Hello, I'm Python!</a:t>
            </a:r>
            <a:endParaRPr lang="en-US" dirty="0"/>
          </a:p>
        </p:txBody>
      </p:sp>
      <p:sp>
        <p:nvSpPr>
          <p:cNvPr id="5" name="TextBox 4">
            <a:extLst>
              <a:ext uri="{FF2B5EF4-FFF2-40B4-BE49-F238E27FC236}">
                <a16:creationId xmlns:a16="http://schemas.microsoft.com/office/drawing/2014/main" id="{C5084FA5-C6BA-D2CF-7ECE-18764C92FDF2}"/>
              </a:ext>
            </a:extLst>
          </p:cNvPr>
          <p:cNvSpPr txBox="1"/>
          <p:nvPr/>
        </p:nvSpPr>
        <p:spPr>
          <a:xfrm>
            <a:off x="306562" y="4093185"/>
            <a:ext cx="3577201" cy="14279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9334E6"/>
                </a:solidFill>
                <a:latin typeface="Times New Roman"/>
                <a:cs typeface="Times New Roman"/>
              </a:rPr>
              <a:t>import</a:t>
            </a:r>
            <a:r>
              <a:rPr lang="en-US" sz="1400">
                <a:solidFill>
                  <a:srgbClr val="001D35"/>
                </a:solidFill>
                <a:latin typeface="Times New Roman"/>
                <a:cs typeface="Times New Roman"/>
              </a:rPr>
              <a:t> </a:t>
            </a:r>
            <a:r>
              <a:rPr lang="en-US" sz="1400">
                <a:solidFill>
                  <a:srgbClr val="B45908"/>
                </a:solidFill>
                <a:latin typeface="Times New Roman"/>
                <a:cs typeface="Times New Roman"/>
              </a:rPr>
              <a:t>random</a:t>
            </a:r>
            <a:br>
              <a:rPr lang="en-US" sz="1400">
                <a:solidFill>
                  <a:srgbClr val="B45908"/>
                </a:solidFill>
                <a:latin typeface="Times New Roman"/>
                <a:cs typeface="Times New Roman"/>
              </a:rPr>
            </a:br>
            <a:br>
              <a:rPr lang="en-US" sz="1400">
                <a:solidFill>
                  <a:srgbClr val="B45908"/>
                </a:solidFill>
                <a:latin typeface="Times New Roman"/>
                <a:cs typeface="Times New Roman"/>
              </a:rPr>
            </a:br>
            <a:r>
              <a:rPr lang="en-US" sz="1400">
                <a:solidFill>
                  <a:srgbClr val="B45908"/>
                </a:solidFill>
                <a:latin typeface="Times New Roman"/>
                <a:cs typeface="Times New Roman"/>
              </a:rPr>
              <a:t># Generate a random number between 1 and 10</a:t>
            </a:r>
            <a:br>
              <a:rPr lang="en-US" sz="1400">
                <a:solidFill>
                  <a:srgbClr val="B45908"/>
                </a:solidFill>
                <a:latin typeface="Times New Roman"/>
                <a:cs typeface="Times New Roman"/>
              </a:rPr>
            </a:br>
            <a:r>
              <a:rPr lang="en-US" sz="1400" err="1">
                <a:solidFill>
                  <a:srgbClr val="B45908"/>
                </a:solidFill>
                <a:latin typeface="Times New Roman"/>
                <a:cs typeface="Times New Roman"/>
              </a:rPr>
              <a:t>random_number</a:t>
            </a:r>
            <a:r>
              <a:rPr lang="en-US" sz="1400">
                <a:solidFill>
                  <a:srgbClr val="001D35"/>
                </a:solidFill>
                <a:latin typeface="Times New Roman"/>
                <a:cs typeface="Times New Roman"/>
              </a:rPr>
              <a:t> = </a:t>
            </a:r>
            <a:r>
              <a:rPr lang="en-US" sz="1400" err="1">
                <a:solidFill>
                  <a:srgbClr val="001D35"/>
                </a:solidFill>
                <a:latin typeface="Times New Roman"/>
                <a:cs typeface="Times New Roman"/>
              </a:rPr>
              <a:t>random.randint</a:t>
            </a:r>
            <a:r>
              <a:rPr lang="en-US" sz="1400">
                <a:solidFill>
                  <a:srgbClr val="001D35"/>
                </a:solidFill>
                <a:latin typeface="Times New Roman"/>
                <a:cs typeface="Times New Roman"/>
              </a:rPr>
              <a:t>(</a:t>
            </a:r>
            <a:r>
              <a:rPr lang="en-US" sz="1400">
                <a:solidFill>
                  <a:srgbClr val="B45908"/>
                </a:solidFill>
                <a:latin typeface="Times New Roman"/>
                <a:cs typeface="Times New Roman"/>
              </a:rPr>
              <a:t>1</a:t>
            </a:r>
            <a:r>
              <a:rPr lang="en-US" sz="1400">
                <a:solidFill>
                  <a:srgbClr val="001D35"/>
                </a:solidFill>
                <a:latin typeface="Times New Roman"/>
                <a:cs typeface="Times New Roman"/>
              </a:rPr>
              <a:t>, </a:t>
            </a:r>
            <a:r>
              <a:rPr lang="en-US" sz="1400">
                <a:solidFill>
                  <a:srgbClr val="B45908"/>
                </a:solidFill>
                <a:latin typeface="Times New Roman"/>
                <a:cs typeface="Times New Roman"/>
              </a:rPr>
              <a:t>10</a:t>
            </a:r>
            <a:r>
              <a:rPr lang="en-US" sz="1400">
                <a:solidFill>
                  <a:srgbClr val="001D35"/>
                </a:solidFill>
                <a:latin typeface="Times New Roman"/>
                <a:cs typeface="Times New Roman"/>
              </a:rPr>
              <a:t>)</a:t>
            </a:r>
            <a:br>
              <a:rPr lang="en-US" sz="1400">
                <a:solidFill>
                  <a:srgbClr val="001D35"/>
                </a:solidFill>
                <a:latin typeface="Times New Roman"/>
                <a:cs typeface="Times New Roman"/>
              </a:rPr>
            </a:br>
            <a:br>
              <a:rPr lang="en-US" sz="1400">
                <a:solidFill>
                  <a:srgbClr val="001D35"/>
                </a:solidFill>
                <a:latin typeface="Times New Roman"/>
                <a:cs typeface="Times New Roman"/>
              </a:rPr>
            </a:br>
            <a:r>
              <a:rPr lang="en-US" sz="1400">
                <a:solidFill>
                  <a:srgbClr val="001D35"/>
                </a:solidFill>
                <a:latin typeface="Times New Roman"/>
                <a:cs typeface="Times New Roman"/>
              </a:rPr>
              <a:t>print(</a:t>
            </a:r>
            <a:r>
              <a:rPr lang="en-US" sz="1400">
                <a:solidFill>
                  <a:srgbClr val="188038"/>
                </a:solidFill>
                <a:latin typeface="Times New Roman"/>
                <a:cs typeface="Times New Roman"/>
              </a:rPr>
              <a:t>"Random number:"</a:t>
            </a:r>
            <a:r>
              <a:rPr lang="en-US" sz="1400">
                <a:solidFill>
                  <a:srgbClr val="001D35"/>
                </a:solidFill>
                <a:latin typeface="Times New Roman"/>
                <a:cs typeface="Times New Roman"/>
              </a:rPr>
              <a:t>, </a:t>
            </a:r>
            <a:r>
              <a:rPr lang="en-US" sz="1400" err="1">
                <a:solidFill>
                  <a:srgbClr val="001D35"/>
                </a:solidFill>
                <a:latin typeface="Times New Roman"/>
                <a:cs typeface="Times New Roman"/>
              </a:rPr>
              <a:t>random_number</a:t>
            </a:r>
            <a:r>
              <a:rPr lang="en-US" sz="1400">
                <a:solidFill>
                  <a:srgbClr val="001D35"/>
                </a:solidFill>
                <a:latin typeface="Times New Roman"/>
                <a:cs typeface="Times New Roman"/>
              </a:rPr>
              <a:t>)</a:t>
            </a:r>
            <a:endParaRPr lang="en-US"/>
          </a:p>
        </p:txBody>
      </p:sp>
      <p:sp>
        <p:nvSpPr>
          <p:cNvPr id="6" name="TextBox 5">
            <a:extLst>
              <a:ext uri="{FF2B5EF4-FFF2-40B4-BE49-F238E27FC236}">
                <a16:creationId xmlns:a16="http://schemas.microsoft.com/office/drawing/2014/main" id="{2DE047A0-7B9D-6A76-80AD-CFC03824B475}"/>
              </a:ext>
            </a:extLst>
          </p:cNvPr>
          <p:cNvSpPr txBox="1"/>
          <p:nvPr/>
        </p:nvSpPr>
        <p:spPr>
          <a:xfrm>
            <a:off x="424703" y="2852306"/>
            <a:ext cx="261900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Open Sans"/>
                <a:cs typeface="Open Sans"/>
              </a:rPr>
              <a:t>Run by executing file: </a:t>
            </a:r>
            <a:r>
              <a:rPr lang="en-US" i="1">
                <a:solidFill>
                  <a:schemeClr val="bg1"/>
                </a:solidFill>
                <a:ea typeface="Open Sans"/>
                <a:cs typeface="Open Sans"/>
              </a:rPr>
              <a:t>`python main.py`</a:t>
            </a:r>
          </a:p>
        </p:txBody>
      </p:sp>
      <p:sp>
        <p:nvSpPr>
          <p:cNvPr id="7" name="TextBox 6">
            <a:extLst>
              <a:ext uri="{FF2B5EF4-FFF2-40B4-BE49-F238E27FC236}">
                <a16:creationId xmlns:a16="http://schemas.microsoft.com/office/drawing/2014/main" id="{7EA22CBB-177B-10A7-F6AB-270EFFB9F0BE}"/>
              </a:ext>
            </a:extLst>
          </p:cNvPr>
          <p:cNvSpPr txBox="1"/>
          <p:nvPr/>
        </p:nvSpPr>
        <p:spPr>
          <a:xfrm>
            <a:off x="4041520" y="2809577"/>
            <a:ext cx="261900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Open Sans"/>
                <a:cs typeface="Open Sans"/>
              </a:rPr>
              <a:t>Run in console interactively:</a:t>
            </a:r>
          </a:p>
        </p:txBody>
      </p:sp>
      <p:sp>
        <p:nvSpPr>
          <p:cNvPr id="8" name="TextBox 7">
            <a:extLst>
              <a:ext uri="{FF2B5EF4-FFF2-40B4-BE49-F238E27FC236}">
                <a16:creationId xmlns:a16="http://schemas.microsoft.com/office/drawing/2014/main" id="{541FA334-C765-BEE1-FF57-AD8CD6C3AA37}"/>
              </a:ext>
            </a:extLst>
          </p:cNvPr>
          <p:cNvSpPr txBox="1"/>
          <p:nvPr/>
        </p:nvSpPr>
        <p:spPr>
          <a:xfrm>
            <a:off x="7271970" y="2730538"/>
            <a:ext cx="30375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Open Sans"/>
                <a:cs typeface="Open Sans"/>
              </a:rPr>
              <a:t>Run in </a:t>
            </a:r>
            <a:r>
              <a:rPr lang="en-US" err="1">
                <a:solidFill>
                  <a:schemeClr val="bg1"/>
                </a:solidFill>
                <a:ea typeface="Open Sans"/>
                <a:cs typeface="Open Sans"/>
              </a:rPr>
              <a:t>Jupyter</a:t>
            </a:r>
            <a:r>
              <a:rPr lang="en-US">
                <a:solidFill>
                  <a:schemeClr val="bg1"/>
                </a:solidFill>
                <a:ea typeface="Open Sans"/>
                <a:cs typeface="Open Sans"/>
              </a:rPr>
              <a:t> notebook –like tools  (In our class):</a:t>
            </a:r>
          </a:p>
        </p:txBody>
      </p:sp>
      <p:pic>
        <p:nvPicPr>
          <p:cNvPr id="9" name="Picture 8" descr="A screenshot of a computer&#10;&#10;Description automatically generated">
            <a:extLst>
              <a:ext uri="{FF2B5EF4-FFF2-40B4-BE49-F238E27FC236}">
                <a16:creationId xmlns:a16="http://schemas.microsoft.com/office/drawing/2014/main" id="{B1BB7105-E360-4FB1-E197-E49A97481C2B}"/>
              </a:ext>
            </a:extLst>
          </p:cNvPr>
          <p:cNvPicPr>
            <a:picLocks noChangeAspect="1"/>
          </p:cNvPicPr>
          <p:nvPr/>
        </p:nvPicPr>
        <p:blipFill>
          <a:blip r:embed="rId3"/>
          <a:stretch>
            <a:fillRect/>
          </a:stretch>
        </p:blipFill>
        <p:spPr>
          <a:xfrm>
            <a:off x="7267574" y="3320066"/>
            <a:ext cx="4439724" cy="2976093"/>
          </a:xfrm>
          <a:prstGeom prst="rect">
            <a:avLst/>
          </a:prstGeom>
        </p:spPr>
      </p:pic>
    </p:spTree>
    <p:extLst>
      <p:ext uri="{BB962C8B-B14F-4D97-AF65-F5344CB8AC3E}">
        <p14:creationId xmlns:p14="http://schemas.microsoft.com/office/powerpoint/2010/main" val="1045202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3812C-7D58-D3C8-0BDD-66874BCB8370}"/>
              </a:ext>
            </a:extLst>
          </p:cNvPr>
          <p:cNvSpPr>
            <a:spLocks noGrp="1"/>
          </p:cNvSpPr>
          <p:nvPr>
            <p:ph type="title"/>
          </p:nvPr>
        </p:nvSpPr>
        <p:spPr/>
        <p:txBody>
          <a:bodyPr/>
          <a:lstStyle/>
          <a:p>
            <a:r>
              <a:rPr lang="en-US" dirty="0">
                <a:ea typeface="Open Sans SemiBold"/>
                <a:cs typeface="Times New Roman"/>
              </a:rPr>
              <a:t>Python Basic (</a:t>
            </a:r>
            <a:r>
              <a:rPr lang="en-US" dirty="0" err="1">
                <a:ea typeface="Open Sans SemiBold"/>
                <a:cs typeface="Times New Roman"/>
              </a:rPr>
              <a:t>con’t</a:t>
            </a:r>
            <a:r>
              <a:rPr lang="en-US" dirty="0">
                <a:ea typeface="Open Sans SemiBold"/>
                <a:cs typeface="Times New Roman"/>
              </a:rPr>
              <a:t>)</a:t>
            </a:r>
            <a:endParaRPr lang="en-US" dirty="0">
              <a:ea typeface="Open Sans SemiBold"/>
            </a:endParaRPr>
          </a:p>
        </p:txBody>
      </p:sp>
      <p:sp>
        <p:nvSpPr>
          <p:cNvPr id="3" name="Content Placeholder 2">
            <a:extLst>
              <a:ext uri="{FF2B5EF4-FFF2-40B4-BE49-F238E27FC236}">
                <a16:creationId xmlns:a16="http://schemas.microsoft.com/office/drawing/2014/main" id="{B92A3C6A-4237-A730-5F80-5205B6F6819E}"/>
              </a:ext>
            </a:extLst>
          </p:cNvPr>
          <p:cNvSpPr>
            <a:spLocks noGrp="1"/>
          </p:cNvSpPr>
          <p:nvPr>
            <p:ph idx="1"/>
          </p:nvPr>
        </p:nvSpPr>
        <p:spPr>
          <a:xfrm>
            <a:off x="838200" y="1395618"/>
            <a:ext cx="10515600" cy="4187524"/>
          </a:xfrm>
        </p:spPr>
        <p:txBody>
          <a:bodyPr vert="horz" lIns="91440" tIns="45720" rIns="91440" bIns="45720" rtlCol="0" anchor="t">
            <a:normAutofit/>
          </a:bodyPr>
          <a:lstStyle/>
          <a:p>
            <a:r>
              <a:rPr lang="en-US" dirty="0">
                <a:solidFill>
                  <a:srgbClr val="000000"/>
                </a:solidFill>
                <a:latin typeface="Times New Roman"/>
                <a:cs typeface="Times New Roman"/>
              </a:rPr>
              <a:t>In this class, we assume that you already know some of python usages. Like basic "if", "for", how to install and import package, etc. </a:t>
            </a:r>
          </a:p>
          <a:p>
            <a:pPr marL="0" indent="0">
              <a:buNone/>
            </a:pPr>
            <a:endParaRPr lang="en-US" sz="1400" dirty="0">
              <a:solidFill>
                <a:srgbClr val="9334E6"/>
              </a:solidFill>
              <a:latin typeface="Times New Roman"/>
              <a:cs typeface="Times New Roman"/>
            </a:endParaRPr>
          </a:p>
          <a:p>
            <a:pPr marL="0" indent="0">
              <a:buNone/>
            </a:pPr>
            <a:endParaRPr lang="en-US" sz="1400" dirty="0">
              <a:solidFill>
                <a:srgbClr val="001D35"/>
              </a:solidFill>
              <a:latin typeface="Times New Roman"/>
              <a:cs typeface="Times New Roman"/>
            </a:endParaRPr>
          </a:p>
          <a:p>
            <a:pPr marL="0" indent="0">
              <a:buNone/>
            </a:pPr>
            <a:endParaRPr lang="en-US" dirty="0">
              <a:solidFill>
                <a:srgbClr val="000000"/>
              </a:solidFill>
            </a:endParaRPr>
          </a:p>
          <a:p>
            <a:pPr marL="0" indent="0">
              <a:buNone/>
            </a:pPr>
            <a:endParaRPr lang="en-US" dirty="0">
              <a:solidFill>
                <a:srgbClr val="000000"/>
              </a:solidFill>
            </a:endParaRPr>
          </a:p>
          <a:p>
            <a:pPr marL="0" indent="0">
              <a:buNone/>
            </a:pPr>
            <a:endParaRPr lang="en-US" dirty="0">
              <a:solidFill>
                <a:srgbClr val="000000"/>
              </a:solidFill>
            </a:endParaRPr>
          </a:p>
          <a:p>
            <a:pPr marL="0" indent="0">
              <a:buNone/>
            </a:pPr>
            <a:endParaRPr lang="en-US" dirty="0">
              <a:solidFill>
                <a:srgbClr val="000000"/>
              </a:solidFill>
            </a:endParaRPr>
          </a:p>
          <a:p>
            <a:endParaRPr lang="en-US" dirty="0">
              <a:solidFill>
                <a:srgbClr val="000000"/>
              </a:solidFill>
              <a:latin typeface="Times New Roman"/>
              <a:cs typeface="Times New Roman"/>
            </a:endParaRPr>
          </a:p>
        </p:txBody>
      </p:sp>
      <p:sp>
        <p:nvSpPr>
          <p:cNvPr id="12" name="TextBox 11">
            <a:extLst>
              <a:ext uri="{FF2B5EF4-FFF2-40B4-BE49-F238E27FC236}">
                <a16:creationId xmlns:a16="http://schemas.microsoft.com/office/drawing/2014/main" id="{09D00279-A5DD-763C-3F4B-18C9D8AE5E4E}"/>
              </a:ext>
            </a:extLst>
          </p:cNvPr>
          <p:cNvSpPr txBox="1"/>
          <p:nvPr/>
        </p:nvSpPr>
        <p:spPr>
          <a:xfrm>
            <a:off x="997226" y="2479815"/>
            <a:ext cx="1100096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ea typeface="Open Sans"/>
                <a:cs typeface="Open Sans"/>
              </a:rPr>
              <a:t>Below are some free tutorials you can find online. if you are not familiar with python environment and python language, you may find they are useful.</a:t>
            </a:r>
            <a:endParaRPr lang="en-US" b="1" dirty="0">
              <a:solidFill>
                <a:schemeClr val="bg1"/>
              </a:solidFill>
            </a:endParaRPr>
          </a:p>
          <a:p>
            <a:endParaRPr lang="en-US" b="1" dirty="0">
              <a:solidFill>
                <a:schemeClr val="bg1"/>
              </a:solidFill>
            </a:endParaRPr>
          </a:p>
          <a:p>
            <a:r>
              <a:rPr lang="en-US" b="1" dirty="0">
                <a:solidFill>
                  <a:schemeClr val="bg1"/>
                </a:solidFill>
              </a:rPr>
              <a:t>Tutorial: How to install Python </a:t>
            </a:r>
            <a:endParaRPr lang="en-US" b="1" dirty="0">
              <a:solidFill>
                <a:schemeClr val="bg1"/>
              </a:solidFill>
              <a:ea typeface="Open Sans"/>
              <a:cs typeface="Open Sans"/>
            </a:endParaRPr>
          </a:p>
          <a:p>
            <a:r>
              <a:rPr lang="en-US" dirty="0">
                <a:solidFill>
                  <a:schemeClr val="bg1"/>
                </a:solidFill>
              </a:rPr>
              <a:t>windows: </a:t>
            </a:r>
            <a:r>
              <a:rPr lang="en-US" dirty="0">
                <a:solidFill>
                  <a:schemeClr val="bg1"/>
                </a:solidFill>
                <a:hlinkClick r:id="rId3">
                  <a:extLst>
                    <a:ext uri="{A12FA001-AC4F-418D-AE19-62706E023703}">
                      <ahyp:hlinkClr xmlns:ahyp="http://schemas.microsoft.com/office/drawing/2018/hyperlinkcolor" val="tx"/>
                    </a:ext>
                  </a:extLst>
                </a:hlinkClick>
              </a:rPr>
              <a:t>https://www.youtube.com/watch?v=TNAu6DvB9Ng</a:t>
            </a:r>
          </a:p>
          <a:p>
            <a:r>
              <a:rPr lang="en-US" dirty="0">
                <a:solidFill>
                  <a:schemeClr val="bg1"/>
                </a:solidFill>
              </a:rPr>
              <a:t>mac: </a:t>
            </a:r>
            <a:r>
              <a:rPr lang="en-US" dirty="0">
                <a:solidFill>
                  <a:schemeClr val="bg1"/>
                </a:solidFill>
                <a:hlinkClick r:id="rId4">
                  <a:extLst>
                    <a:ext uri="{A12FA001-AC4F-418D-AE19-62706E023703}">
                      <ahyp:hlinkClr xmlns:ahyp="http://schemas.microsoft.com/office/drawing/2018/hyperlinkcolor" val="tx"/>
                    </a:ext>
                  </a:extLst>
                </a:hlinkClick>
              </a:rPr>
              <a:t>https://www.youtube.com/watch?v=nhv82tvFfkM</a:t>
            </a:r>
          </a:p>
          <a:p>
            <a:endParaRPr lang="en-US" dirty="0">
              <a:solidFill>
                <a:schemeClr val="bg1"/>
              </a:solidFill>
            </a:endParaRPr>
          </a:p>
          <a:p>
            <a:r>
              <a:rPr lang="en-US" b="1" dirty="0">
                <a:solidFill>
                  <a:schemeClr val="bg1"/>
                </a:solidFill>
              </a:rPr>
              <a:t>Tutorial: Create Anaconda Virtual Environment for </a:t>
            </a:r>
            <a:r>
              <a:rPr lang="en-US" b="1" dirty="0" err="1">
                <a:solidFill>
                  <a:schemeClr val="bg1"/>
                </a:solidFill>
              </a:rPr>
              <a:t>Jupyter</a:t>
            </a:r>
            <a:r>
              <a:rPr lang="en-US" b="1" dirty="0">
                <a:solidFill>
                  <a:schemeClr val="bg1"/>
                </a:solidFill>
              </a:rPr>
              <a:t> Notebook </a:t>
            </a:r>
            <a:endParaRPr lang="en-US" b="1" dirty="0">
              <a:solidFill>
                <a:schemeClr val="bg1"/>
              </a:solidFill>
              <a:ea typeface="Open Sans"/>
              <a:cs typeface="Open Sans"/>
            </a:endParaRPr>
          </a:p>
          <a:p>
            <a:r>
              <a:rPr lang="en-US" dirty="0">
                <a:solidFill>
                  <a:schemeClr val="bg1"/>
                </a:solidFill>
              </a:rPr>
              <a:t>windows: </a:t>
            </a:r>
            <a:r>
              <a:rPr lang="en-US" dirty="0">
                <a:solidFill>
                  <a:schemeClr val="bg1"/>
                </a:solidFill>
                <a:hlinkClick r:id="rId5">
                  <a:extLst>
                    <a:ext uri="{A12FA001-AC4F-418D-AE19-62706E023703}">
                      <ahyp:hlinkClr xmlns:ahyp="http://schemas.microsoft.com/office/drawing/2018/hyperlinkcolor" val="tx"/>
                    </a:ext>
                  </a:extLst>
                </a:hlinkClick>
              </a:rPr>
              <a:t>https://www.youtube.com/watch?v=sv0ca-6liM8</a:t>
            </a:r>
          </a:p>
          <a:p>
            <a:r>
              <a:rPr lang="en-US" dirty="0">
                <a:solidFill>
                  <a:schemeClr val="bg1"/>
                </a:solidFill>
              </a:rPr>
              <a:t>mac: </a:t>
            </a:r>
            <a:r>
              <a:rPr lang="en-US" dirty="0">
                <a:solidFill>
                  <a:schemeClr val="bg1"/>
                </a:solidFill>
                <a:hlinkClick r:id="rId6">
                  <a:extLst>
                    <a:ext uri="{A12FA001-AC4F-418D-AE19-62706E023703}">
                      <ahyp:hlinkClr xmlns:ahyp="http://schemas.microsoft.com/office/drawing/2018/hyperlinkcolor" val="tx"/>
                    </a:ext>
                  </a:extLst>
                </a:hlinkClick>
              </a:rPr>
              <a:t>https://www.youtube.com/watch?v=SF_w7LBV_Zo</a:t>
            </a:r>
          </a:p>
          <a:p>
            <a:endParaRPr lang="en-US" dirty="0">
              <a:solidFill>
                <a:schemeClr val="bg1"/>
              </a:solidFill>
              <a:ea typeface="Open Sans"/>
              <a:cs typeface="Open Sans"/>
            </a:endParaRPr>
          </a:p>
          <a:p>
            <a:r>
              <a:rPr lang="en-US" b="1" dirty="0">
                <a:solidFill>
                  <a:schemeClr val="bg1"/>
                </a:solidFill>
                <a:ea typeface="Open Sans"/>
                <a:cs typeface="Open Sans"/>
              </a:rPr>
              <a:t>Tutorial (Python for </a:t>
            </a:r>
            <a:r>
              <a:rPr lang="en-US" b="1" dirty="0">
                <a:solidFill>
                  <a:schemeClr val="bg1"/>
                </a:solidFill>
                <a:ea typeface="+mn-lt"/>
                <a:cs typeface="+mn-lt"/>
              </a:rPr>
              <a:t>beginners</a:t>
            </a:r>
            <a:r>
              <a:rPr lang="en-US" b="1" dirty="0">
                <a:solidFill>
                  <a:schemeClr val="bg1"/>
                </a:solidFill>
                <a:ea typeface="Open Sans"/>
                <a:cs typeface="Open Sans"/>
              </a:rPr>
              <a:t>) (about 1 hour): </a:t>
            </a:r>
            <a:endParaRPr lang="en-US" b="1" dirty="0">
              <a:solidFill>
                <a:schemeClr val="bg1"/>
              </a:solidFill>
              <a:ea typeface="+mn-lt"/>
              <a:cs typeface="+mn-lt"/>
            </a:endParaRPr>
          </a:p>
          <a:p>
            <a:r>
              <a:rPr lang="en-US" dirty="0">
                <a:solidFill>
                  <a:schemeClr val="bg1"/>
                </a:solidFill>
                <a:ea typeface="+mn-lt"/>
                <a:cs typeface="+mn-lt"/>
                <a:hlinkClick r:id="rId7">
                  <a:extLst>
                    <a:ext uri="{A12FA001-AC4F-418D-AE19-62706E023703}">
                      <ahyp:hlinkClr xmlns:ahyp="http://schemas.microsoft.com/office/drawing/2018/hyperlinkcolor" val="tx"/>
                    </a:ext>
                  </a:extLst>
                </a:hlinkClick>
              </a:rPr>
              <a:t>https://www.youtube.com/watch?v=kqtD5dpn9C8</a:t>
            </a:r>
            <a:endParaRPr lang="en-US" dirty="0">
              <a:solidFill>
                <a:schemeClr val="bg1"/>
              </a:solidFill>
              <a:ea typeface="+mn-lt"/>
              <a:cs typeface="+mn-lt"/>
            </a:endParaRPr>
          </a:p>
          <a:p>
            <a:endParaRPr lang="en-US" dirty="0">
              <a:solidFill>
                <a:schemeClr val="bg1"/>
              </a:solidFill>
              <a:ea typeface="+mn-lt"/>
              <a:cs typeface="+mn-lt"/>
            </a:endParaRPr>
          </a:p>
        </p:txBody>
      </p:sp>
    </p:spTree>
    <p:extLst>
      <p:ext uri="{BB962C8B-B14F-4D97-AF65-F5344CB8AC3E}">
        <p14:creationId xmlns:p14="http://schemas.microsoft.com/office/powerpoint/2010/main" val="3755144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3812C-7D58-D3C8-0BDD-66874BCB8370}"/>
              </a:ext>
            </a:extLst>
          </p:cNvPr>
          <p:cNvSpPr>
            <a:spLocks noGrp="1"/>
          </p:cNvSpPr>
          <p:nvPr>
            <p:ph type="title"/>
          </p:nvPr>
        </p:nvSpPr>
        <p:spPr/>
        <p:txBody>
          <a:bodyPr/>
          <a:lstStyle/>
          <a:p>
            <a:r>
              <a:rPr lang="en-US">
                <a:ea typeface="Open Sans SemiBold"/>
                <a:cs typeface="Times New Roman"/>
              </a:rPr>
              <a:t>A Machine with GPU</a:t>
            </a:r>
            <a:endParaRPr lang="en-US"/>
          </a:p>
        </p:txBody>
      </p:sp>
      <p:sp>
        <p:nvSpPr>
          <p:cNvPr id="3" name="Content Placeholder 2">
            <a:extLst>
              <a:ext uri="{FF2B5EF4-FFF2-40B4-BE49-F238E27FC236}">
                <a16:creationId xmlns:a16="http://schemas.microsoft.com/office/drawing/2014/main" id="{B92A3C6A-4237-A730-5F80-5205B6F6819E}"/>
              </a:ext>
            </a:extLst>
          </p:cNvPr>
          <p:cNvSpPr>
            <a:spLocks noGrp="1"/>
          </p:cNvSpPr>
          <p:nvPr>
            <p:ph idx="1"/>
          </p:nvPr>
        </p:nvSpPr>
        <p:spPr>
          <a:xfrm>
            <a:off x="838200" y="1412182"/>
            <a:ext cx="10515600" cy="1023569"/>
          </a:xfrm>
        </p:spPr>
        <p:txBody>
          <a:bodyPr vert="horz" lIns="91440" tIns="45720" rIns="91440" bIns="45720" rtlCol="0" anchor="t">
            <a:normAutofit/>
          </a:bodyPr>
          <a:lstStyle/>
          <a:p>
            <a:r>
              <a:rPr lang="en-US">
                <a:solidFill>
                  <a:srgbClr val="000000"/>
                </a:solidFill>
                <a:latin typeface="Times New Roman"/>
                <a:cs typeface="Times New Roman"/>
              </a:rPr>
              <a:t>In this class you need to have a machine with GPU in order to train your neural network.</a:t>
            </a:r>
            <a:endParaRPr lang="en-US"/>
          </a:p>
          <a:p>
            <a:pPr marL="0" indent="0">
              <a:buNone/>
            </a:pPr>
            <a:endParaRPr lang="en-US">
              <a:solidFill>
                <a:srgbClr val="000000"/>
              </a:solidFill>
            </a:endParaRPr>
          </a:p>
          <a:p>
            <a:pPr marL="0" indent="0">
              <a:buNone/>
            </a:pPr>
            <a:endParaRPr lang="en-US">
              <a:solidFill>
                <a:srgbClr val="000000"/>
              </a:solidFill>
            </a:endParaRPr>
          </a:p>
          <a:p>
            <a:pPr marL="0" indent="0">
              <a:buNone/>
            </a:pPr>
            <a:endParaRPr lang="en-US">
              <a:solidFill>
                <a:srgbClr val="000000"/>
              </a:solidFill>
            </a:endParaRPr>
          </a:p>
          <a:p>
            <a:endParaRPr lang="en-US">
              <a:solidFill>
                <a:srgbClr val="000000"/>
              </a:solidFill>
            </a:endParaRPr>
          </a:p>
        </p:txBody>
      </p:sp>
      <p:pic>
        <p:nvPicPr>
          <p:cNvPr id="5" name="Picture 4" descr="r/MachineLearning - [D] My experience with running PyTorch on the M1 GPU">
            <a:extLst>
              <a:ext uri="{FF2B5EF4-FFF2-40B4-BE49-F238E27FC236}">
                <a16:creationId xmlns:a16="http://schemas.microsoft.com/office/drawing/2014/main" id="{903EB734-700D-C4B0-71D7-130AE4749A48}"/>
              </a:ext>
            </a:extLst>
          </p:cNvPr>
          <p:cNvPicPr>
            <a:picLocks noChangeAspect="1"/>
          </p:cNvPicPr>
          <p:nvPr/>
        </p:nvPicPr>
        <p:blipFill>
          <a:blip r:embed="rId3"/>
          <a:stretch>
            <a:fillRect/>
          </a:stretch>
        </p:blipFill>
        <p:spPr>
          <a:xfrm>
            <a:off x="993356" y="3298856"/>
            <a:ext cx="6375159" cy="2888117"/>
          </a:xfrm>
          <a:prstGeom prst="rect">
            <a:avLst/>
          </a:prstGeom>
        </p:spPr>
      </p:pic>
      <p:sp>
        <p:nvSpPr>
          <p:cNvPr id="6" name="TextBox 5">
            <a:extLst>
              <a:ext uri="{FF2B5EF4-FFF2-40B4-BE49-F238E27FC236}">
                <a16:creationId xmlns:a16="http://schemas.microsoft.com/office/drawing/2014/main" id="{E22A87A8-ADA8-E1F9-B311-BC249C55EBE5}"/>
              </a:ext>
            </a:extLst>
          </p:cNvPr>
          <p:cNvSpPr txBox="1"/>
          <p:nvPr/>
        </p:nvSpPr>
        <p:spPr>
          <a:xfrm>
            <a:off x="992491" y="2722685"/>
            <a:ext cx="46834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Open Sans"/>
                <a:cs typeface="Open Sans"/>
              </a:rPr>
              <a:t>Why you need a GPU?</a:t>
            </a:r>
            <a:endParaRPr lang="en-US"/>
          </a:p>
        </p:txBody>
      </p:sp>
      <p:pic>
        <p:nvPicPr>
          <p:cNvPr id="7" name="Picture 6" descr="Recurrent Networks">
            <a:extLst>
              <a:ext uri="{FF2B5EF4-FFF2-40B4-BE49-F238E27FC236}">
                <a16:creationId xmlns:a16="http://schemas.microsoft.com/office/drawing/2014/main" id="{796A8826-C4F9-B39F-0557-460DBA686F82}"/>
              </a:ext>
            </a:extLst>
          </p:cNvPr>
          <p:cNvPicPr>
            <a:picLocks noChangeAspect="1"/>
          </p:cNvPicPr>
          <p:nvPr/>
        </p:nvPicPr>
        <p:blipFill>
          <a:blip r:embed="rId4"/>
          <a:stretch>
            <a:fillRect/>
          </a:stretch>
        </p:blipFill>
        <p:spPr>
          <a:xfrm>
            <a:off x="7572997" y="3363444"/>
            <a:ext cx="1899410" cy="2840148"/>
          </a:xfrm>
          <a:prstGeom prst="rect">
            <a:avLst/>
          </a:prstGeom>
        </p:spPr>
      </p:pic>
    </p:spTree>
    <p:extLst>
      <p:ext uri="{BB962C8B-B14F-4D97-AF65-F5344CB8AC3E}">
        <p14:creationId xmlns:p14="http://schemas.microsoft.com/office/powerpoint/2010/main" val="3904771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3812C-7D58-D3C8-0BDD-66874BCB8370}"/>
              </a:ext>
            </a:extLst>
          </p:cNvPr>
          <p:cNvSpPr>
            <a:spLocks noGrp="1"/>
          </p:cNvSpPr>
          <p:nvPr>
            <p:ph type="title"/>
          </p:nvPr>
        </p:nvSpPr>
        <p:spPr/>
        <p:txBody>
          <a:bodyPr/>
          <a:lstStyle/>
          <a:p>
            <a:r>
              <a:rPr lang="en-US" dirty="0">
                <a:ea typeface="Open Sans SemiBold"/>
                <a:cs typeface="Open Sans SemiBold"/>
              </a:rPr>
              <a:t>A Machine with GPU (</a:t>
            </a:r>
            <a:r>
              <a:rPr lang="en-US" dirty="0" err="1">
                <a:ea typeface="Open Sans SemiBold"/>
                <a:cs typeface="Open Sans SemiBold"/>
              </a:rPr>
              <a:t>con’t</a:t>
            </a:r>
            <a:r>
              <a:rPr lang="en-US" dirty="0">
                <a:ea typeface="Open Sans SemiBold"/>
                <a:cs typeface="Open Sans SemiBold"/>
              </a:rPr>
              <a:t>)</a:t>
            </a:r>
            <a:endParaRPr lang="en-US" dirty="0">
              <a:solidFill>
                <a:srgbClr val="000000"/>
              </a:solidFill>
              <a:ea typeface="Open Sans SemiBold"/>
              <a:cs typeface="Open Sans SemiBold"/>
            </a:endParaRPr>
          </a:p>
        </p:txBody>
      </p:sp>
      <p:sp>
        <p:nvSpPr>
          <p:cNvPr id="3" name="Content Placeholder 2">
            <a:extLst>
              <a:ext uri="{FF2B5EF4-FFF2-40B4-BE49-F238E27FC236}">
                <a16:creationId xmlns:a16="http://schemas.microsoft.com/office/drawing/2014/main" id="{B92A3C6A-4237-A730-5F80-5205B6F6819E}"/>
              </a:ext>
            </a:extLst>
          </p:cNvPr>
          <p:cNvSpPr>
            <a:spLocks noGrp="1"/>
          </p:cNvSpPr>
          <p:nvPr>
            <p:ph idx="1"/>
          </p:nvPr>
        </p:nvSpPr>
        <p:spPr>
          <a:xfrm>
            <a:off x="838200" y="1412182"/>
            <a:ext cx="10987708" cy="1023569"/>
          </a:xfrm>
        </p:spPr>
        <p:txBody>
          <a:bodyPr vert="horz" lIns="91440" tIns="45720" rIns="91440" bIns="45720" rtlCol="0" anchor="t">
            <a:normAutofit/>
          </a:bodyPr>
          <a:lstStyle/>
          <a:p>
            <a:r>
              <a:rPr lang="en-US" dirty="0">
                <a:solidFill>
                  <a:srgbClr val="000000"/>
                </a:solidFill>
                <a:latin typeface="Times New Roman"/>
                <a:cs typeface="Times New Roman"/>
              </a:rPr>
              <a:t>You can use your local computer with Nvidia GPU. (For mac, you can use MPS with not promising performance)</a:t>
            </a:r>
            <a:endParaRPr lang="en-US" dirty="0"/>
          </a:p>
          <a:p>
            <a:pPr marL="0" indent="0">
              <a:buNone/>
            </a:pPr>
            <a:endParaRPr lang="en-US" dirty="0">
              <a:solidFill>
                <a:srgbClr val="000000"/>
              </a:solidFill>
            </a:endParaRPr>
          </a:p>
          <a:p>
            <a:pPr marL="0" indent="0">
              <a:buNone/>
            </a:pPr>
            <a:endParaRPr lang="en-US" dirty="0">
              <a:solidFill>
                <a:srgbClr val="000000"/>
              </a:solidFill>
            </a:endParaRPr>
          </a:p>
          <a:p>
            <a:pPr marL="0" indent="0">
              <a:buNone/>
            </a:pPr>
            <a:endParaRPr lang="en-US" dirty="0">
              <a:solidFill>
                <a:srgbClr val="000000"/>
              </a:solidFill>
            </a:endParaRPr>
          </a:p>
          <a:p>
            <a:endParaRPr lang="en-US" dirty="0">
              <a:solidFill>
                <a:srgbClr val="000000"/>
              </a:solidFill>
            </a:endParaRPr>
          </a:p>
        </p:txBody>
      </p:sp>
      <p:sp>
        <p:nvSpPr>
          <p:cNvPr id="4" name="TextBox 3">
            <a:extLst>
              <a:ext uri="{FF2B5EF4-FFF2-40B4-BE49-F238E27FC236}">
                <a16:creationId xmlns:a16="http://schemas.microsoft.com/office/drawing/2014/main" id="{30AAE054-4081-79BF-D6D4-B49A1244646C}"/>
              </a:ext>
            </a:extLst>
          </p:cNvPr>
          <p:cNvSpPr txBox="1"/>
          <p:nvPr/>
        </p:nvSpPr>
        <p:spPr>
          <a:xfrm>
            <a:off x="834516" y="2435846"/>
            <a:ext cx="462327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Correct corresponding version: </a:t>
            </a:r>
          </a:p>
          <a:p>
            <a:r>
              <a:rPr lang="en-US">
                <a:solidFill>
                  <a:schemeClr val="bg1"/>
                </a:solidFill>
              </a:rPr>
              <a:t>Nvidia driver, CUDA toolkit, </a:t>
            </a:r>
            <a:r>
              <a:rPr lang="en-US" err="1">
                <a:solidFill>
                  <a:schemeClr val="bg1"/>
                </a:solidFill>
              </a:rPr>
              <a:t>cuDNN</a:t>
            </a:r>
            <a:r>
              <a:rPr lang="en-US">
                <a:solidFill>
                  <a:schemeClr val="bg1"/>
                </a:solidFill>
              </a:rPr>
              <a:t> </a:t>
            </a:r>
            <a:r>
              <a:rPr lang="en-US" err="1">
                <a:solidFill>
                  <a:schemeClr val="bg1"/>
                </a:solidFill>
              </a:rPr>
              <a:t>libray</a:t>
            </a:r>
            <a:r>
              <a:rPr lang="en-US">
                <a:solidFill>
                  <a:schemeClr val="bg1"/>
                </a:solidFill>
              </a:rPr>
              <a:t> </a:t>
            </a:r>
            <a:endParaRPr lang="en-US">
              <a:solidFill>
                <a:schemeClr val="bg1"/>
              </a:solidFill>
              <a:ea typeface="Open Sans"/>
              <a:cs typeface="Open Sans"/>
            </a:endParaRPr>
          </a:p>
        </p:txBody>
      </p:sp>
      <p:pic>
        <p:nvPicPr>
          <p:cNvPr id="12" name="Picture 11" descr="A screenshot of a computer&#10;&#10;Description automatically generated">
            <a:extLst>
              <a:ext uri="{FF2B5EF4-FFF2-40B4-BE49-F238E27FC236}">
                <a16:creationId xmlns:a16="http://schemas.microsoft.com/office/drawing/2014/main" id="{0C48FD90-EB89-A033-F3CB-FD9764AB403A}"/>
              </a:ext>
            </a:extLst>
          </p:cNvPr>
          <p:cNvPicPr>
            <a:picLocks noChangeAspect="1"/>
          </p:cNvPicPr>
          <p:nvPr/>
        </p:nvPicPr>
        <p:blipFill>
          <a:blip r:embed="rId3"/>
          <a:stretch>
            <a:fillRect/>
          </a:stretch>
        </p:blipFill>
        <p:spPr>
          <a:xfrm>
            <a:off x="873082" y="3176590"/>
            <a:ext cx="6121078" cy="1985239"/>
          </a:xfrm>
          <a:prstGeom prst="rect">
            <a:avLst/>
          </a:prstGeom>
        </p:spPr>
      </p:pic>
      <p:sp>
        <p:nvSpPr>
          <p:cNvPr id="13" name="TextBox 12">
            <a:extLst>
              <a:ext uri="{FF2B5EF4-FFF2-40B4-BE49-F238E27FC236}">
                <a16:creationId xmlns:a16="http://schemas.microsoft.com/office/drawing/2014/main" id="{9866EFCC-4E99-9998-12C6-7A45E6B2E32E}"/>
              </a:ext>
            </a:extLst>
          </p:cNvPr>
          <p:cNvSpPr txBox="1"/>
          <p:nvPr/>
        </p:nvSpPr>
        <p:spPr>
          <a:xfrm>
            <a:off x="876154" y="5152718"/>
            <a:ext cx="1054458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dirty="0">
              <a:solidFill>
                <a:schemeClr val="bg1"/>
              </a:solidFill>
              <a:ea typeface="+mn-lt"/>
              <a:cs typeface="+mn-lt"/>
            </a:endParaRPr>
          </a:p>
          <a:p>
            <a:r>
              <a:rPr lang="en-US" b="1" dirty="0">
                <a:solidFill>
                  <a:schemeClr val="bg1"/>
                </a:solidFill>
                <a:ea typeface="+mn-lt"/>
                <a:cs typeface="+mn-lt"/>
              </a:rPr>
              <a:t>How to install </a:t>
            </a:r>
            <a:r>
              <a:rPr lang="en-US" b="1" dirty="0" err="1">
                <a:solidFill>
                  <a:schemeClr val="bg1"/>
                </a:solidFill>
                <a:ea typeface="+mn-lt"/>
                <a:cs typeface="+mn-lt"/>
              </a:rPr>
              <a:t>cuda</a:t>
            </a:r>
            <a:r>
              <a:rPr lang="en-US" b="1" dirty="0">
                <a:solidFill>
                  <a:schemeClr val="bg1"/>
                </a:solidFill>
                <a:ea typeface="+mn-lt"/>
                <a:cs typeface="+mn-lt"/>
              </a:rPr>
              <a:t> </a:t>
            </a:r>
            <a:r>
              <a:rPr lang="en-US" b="1" dirty="0">
                <a:solidFill>
                  <a:schemeClr val="bg1"/>
                </a:solidFill>
              </a:rPr>
              <a:t>toolkit on windows:</a:t>
            </a:r>
            <a:r>
              <a:rPr lang="en-US" dirty="0">
                <a:solidFill>
                  <a:schemeClr val="bg1"/>
                </a:solidFill>
              </a:rPr>
              <a:t> </a:t>
            </a:r>
            <a:r>
              <a:rPr lang="en-US" dirty="0">
                <a:solidFill>
                  <a:schemeClr val="bg1"/>
                </a:solidFill>
                <a:hlinkClick r:id="rId4">
                  <a:extLst>
                    <a:ext uri="{A12FA001-AC4F-418D-AE19-62706E023703}">
                      <ahyp:hlinkClr xmlns:ahyp="http://schemas.microsoft.com/office/drawing/2018/hyperlinkcolor" val="tx"/>
                    </a:ext>
                  </a:extLst>
                </a:hlinkClick>
              </a:rPr>
              <a:t>https</a:t>
            </a:r>
            <a:r>
              <a:rPr lang="en-US" dirty="0">
                <a:solidFill>
                  <a:schemeClr val="bg1"/>
                </a:solidFill>
                <a:ea typeface="+mn-lt"/>
                <a:cs typeface="+mn-lt"/>
                <a:hlinkClick r:id="rId4">
                  <a:extLst>
                    <a:ext uri="{A12FA001-AC4F-418D-AE19-62706E023703}">
                      <ahyp:hlinkClr xmlns:ahyp="http://schemas.microsoft.com/office/drawing/2018/hyperlinkcolor" val="tx"/>
                    </a:ext>
                  </a:extLst>
                </a:hlinkClick>
              </a:rPr>
              <a:t>://wiki.cci.arts.ac.uk/books/how-to-guides/page/how-to-install-cuda-toolkit-on-your-personal-windows-pc</a:t>
            </a:r>
            <a:endParaRPr lang="en-US" dirty="0">
              <a:solidFill>
                <a:schemeClr val="bg1"/>
              </a:solidFill>
              <a:ea typeface="+mn-lt"/>
              <a:cs typeface="+mn-lt"/>
            </a:endParaRPr>
          </a:p>
          <a:p>
            <a:r>
              <a:rPr lang="en-US" b="1" dirty="0">
                <a:solidFill>
                  <a:schemeClr val="bg1"/>
                </a:solidFill>
                <a:ea typeface="+mn-lt"/>
                <a:cs typeface="+mn-lt"/>
              </a:rPr>
              <a:t>Accelerated </a:t>
            </a:r>
            <a:r>
              <a:rPr lang="en-US" b="1" dirty="0" err="1">
                <a:solidFill>
                  <a:schemeClr val="bg1"/>
                </a:solidFill>
                <a:ea typeface="+mn-lt"/>
                <a:cs typeface="+mn-lt"/>
              </a:rPr>
              <a:t>PyTorch</a:t>
            </a:r>
            <a:r>
              <a:rPr lang="en-US" b="1" dirty="0">
                <a:solidFill>
                  <a:schemeClr val="bg1"/>
                </a:solidFill>
                <a:ea typeface="+mn-lt"/>
                <a:cs typeface="+mn-lt"/>
              </a:rPr>
              <a:t> training on Mac:</a:t>
            </a:r>
            <a:r>
              <a:rPr lang="en-US" dirty="0">
                <a:solidFill>
                  <a:schemeClr val="bg1"/>
                </a:solidFill>
                <a:ea typeface="+mn-lt"/>
                <a:cs typeface="+mn-lt"/>
              </a:rPr>
              <a:t> </a:t>
            </a:r>
            <a:r>
              <a:rPr lang="en-US" dirty="0">
                <a:solidFill>
                  <a:schemeClr val="bg1"/>
                </a:solidFill>
                <a:ea typeface="+mn-lt"/>
                <a:cs typeface="+mn-lt"/>
                <a:hlinkClick r:id="rId5">
                  <a:extLst>
                    <a:ext uri="{A12FA001-AC4F-418D-AE19-62706E023703}">
                      <ahyp:hlinkClr xmlns:ahyp="http://schemas.microsoft.com/office/drawing/2018/hyperlinkcolor" val="tx"/>
                    </a:ext>
                  </a:extLst>
                </a:hlinkClick>
              </a:rPr>
              <a:t>https://developer.apple.com/</a:t>
            </a:r>
            <a:r>
              <a:rPr lang="en-US">
                <a:solidFill>
                  <a:schemeClr val="bg1"/>
                </a:solidFill>
                <a:ea typeface="+mn-lt"/>
                <a:cs typeface="+mn-lt"/>
                <a:hlinkClick r:id="rId5">
                  <a:extLst>
                    <a:ext uri="{A12FA001-AC4F-418D-AE19-62706E023703}">
                      <ahyp:hlinkClr xmlns:ahyp="http://schemas.microsoft.com/office/drawing/2018/hyperlinkcolor" val="tx"/>
                    </a:ext>
                  </a:extLst>
                </a:hlinkClick>
              </a:rPr>
              <a:t>metal/pytorch/</a:t>
            </a:r>
            <a:endParaRPr lang="en-US" dirty="0">
              <a:solidFill>
                <a:schemeClr val="bg1"/>
              </a:solidFill>
              <a:ea typeface="+mn-lt"/>
              <a:cs typeface="+mn-lt"/>
            </a:endParaRPr>
          </a:p>
          <a:p>
            <a:endParaRPr lang="en-US" dirty="0">
              <a:solidFill>
                <a:schemeClr val="bg1"/>
              </a:solidFill>
              <a:ea typeface="Open Sans"/>
              <a:cs typeface="Open Sans"/>
            </a:endParaRPr>
          </a:p>
        </p:txBody>
      </p:sp>
      <p:sp>
        <p:nvSpPr>
          <p:cNvPr id="9" name="TextBox 8">
            <a:extLst>
              <a:ext uri="{FF2B5EF4-FFF2-40B4-BE49-F238E27FC236}">
                <a16:creationId xmlns:a16="http://schemas.microsoft.com/office/drawing/2014/main" id="{03A3CD97-D607-530E-4BAF-9C51E8D39FB8}"/>
              </a:ext>
            </a:extLst>
          </p:cNvPr>
          <p:cNvSpPr txBox="1"/>
          <p:nvPr/>
        </p:nvSpPr>
        <p:spPr>
          <a:xfrm>
            <a:off x="1934179" y="4859290"/>
            <a:ext cx="5059981"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chemeClr val="bg1"/>
                </a:solidFill>
              </a:rPr>
              <a:t>https://docs.nvidia.com/deeplearning/cudnn/latest/reference/support-matrix.html</a:t>
            </a:r>
            <a:endParaRPr lang="en-US" sz="1000" dirty="0">
              <a:solidFill>
                <a:schemeClr val="bg1"/>
              </a:solidFill>
              <a:ea typeface="Open Sans"/>
              <a:cs typeface="Open Sans"/>
            </a:endParaRPr>
          </a:p>
        </p:txBody>
      </p:sp>
      <p:pic>
        <p:nvPicPr>
          <p:cNvPr id="14" name="Picture 13" descr="Python_dowload">
            <a:extLst>
              <a:ext uri="{FF2B5EF4-FFF2-40B4-BE49-F238E27FC236}">
                <a16:creationId xmlns:a16="http://schemas.microsoft.com/office/drawing/2014/main" id="{12F1B200-3141-67B5-1332-6F9BA2571B8E}"/>
              </a:ext>
            </a:extLst>
          </p:cNvPr>
          <p:cNvPicPr>
            <a:picLocks noChangeAspect="1"/>
          </p:cNvPicPr>
          <p:nvPr/>
        </p:nvPicPr>
        <p:blipFill>
          <a:blip r:embed="rId6"/>
          <a:stretch>
            <a:fillRect/>
          </a:stretch>
        </p:blipFill>
        <p:spPr>
          <a:xfrm>
            <a:off x="7474226" y="3177918"/>
            <a:ext cx="4548807" cy="1330423"/>
          </a:xfrm>
          <a:prstGeom prst="rect">
            <a:avLst/>
          </a:prstGeom>
        </p:spPr>
      </p:pic>
      <p:sp>
        <p:nvSpPr>
          <p:cNvPr id="15" name="TextBox 14">
            <a:extLst>
              <a:ext uri="{FF2B5EF4-FFF2-40B4-BE49-F238E27FC236}">
                <a16:creationId xmlns:a16="http://schemas.microsoft.com/office/drawing/2014/main" id="{D365D4F8-0F92-720A-620C-58310F703D1D}"/>
              </a:ext>
            </a:extLst>
          </p:cNvPr>
          <p:cNvSpPr txBox="1"/>
          <p:nvPr/>
        </p:nvSpPr>
        <p:spPr>
          <a:xfrm>
            <a:off x="7410907" y="2435846"/>
            <a:ext cx="462327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Command line to check if you already have CUDA toolkit installed</a:t>
            </a:r>
          </a:p>
        </p:txBody>
      </p:sp>
    </p:spTree>
    <p:extLst>
      <p:ext uri="{BB962C8B-B14F-4D97-AF65-F5344CB8AC3E}">
        <p14:creationId xmlns:p14="http://schemas.microsoft.com/office/powerpoint/2010/main" val="1530412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E6A76-112F-C3A6-6DF6-2730195A93C1}"/>
              </a:ext>
            </a:extLst>
          </p:cNvPr>
          <p:cNvSpPr>
            <a:spLocks noGrp="1"/>
          </p:cNvSpPr>
          <p:nvPr>
            <p:ph type="title"/>
          </p:nvPr>
        </p:nvSpPr>
        <p:spPr/>
        <p:txBody>
          <a:bodyPr>
            <a:normAutofit/>
          </a:bodyPr>
          <a:lstStyle/>
          <a:p>
            <a:r>
              <a:rPr lang="en-US" dirty="0"/>
              <a:t>Create </a:t>
            </a:r>
            <a:r>
              <a:rPr lang="en-US"/>
              <a:t>Running Environment</a:t>
            </a:r>
            <a:endParaRPr lang="en-US" dirty="0"/>
          </a:p>
        </p:txBody>
      </p:sp>
      <p:sp>
        <p:nvSpPr>
          <p:cNvPr id="3" name="Content Placeholder 2">
            <a:extLst>
              <a:ext uri="{FF2B5EF4-FFF2-40B4-BE49-F238E27FC236}">
                <a16:creationId xmlns:a16="http://schemas.microsoft.com/office/drawing/2014/main" id="{54FC2626-BC4A-8DF6-0A3F-8AC569DB3CEB}"/>
              </a:ext>
            </a:extLst>
          </p:cNvPr>
          <p:cNvSpPr>
            <a:spLocks noGrp="1"/>
          </p:cNvSpPr>
          <p:nvPr>
            <p:ph idx="1"/>
          </p:nvPr>
        </p:nvSpPr>
        <p:spPr/>
        <p:txBody>
          <a:bodyPr>
            <a:normAutofit fontScale="92500" lnSpcReduction="10000"/>
          </a:bodyPr>
          <a:lstStyle/>
          <a:p>
            <a:r>
              <a:rPr lang="en-US" dirty="0"/>
              <a:t>Each Python project can have its own unique running environment</a:t>
            </a:r>
          </a:p>
          <a:p>
            <a:r>
              <a:rPr lang="en-US" dirty="0"/>
              <a:t>Recommended tool: Anaconda and Pip</a:t>
            </a:r>
          </a:p>
          <a:p>
            <a:pPr lvl="1"/>
            <a:r>
              <a:rPr lang="en-US" dirty="0"/>
              <a:t>Allows users to create and manage isolated environments easily</a:t>
            </a:r>
          </a:p>
          <a:p>
            <a:pPr lvl="1"/>
            <a:r>
              <a:rPr lang="en-US" dirty="0"/>
              <a:t>different projects can use different versions of Python and packages</a:t>
            </a:r>
          </a:p>
          <a:p>
            <a:pPr lvl="2"/>
            <a:r>
              <a:rPr lang="en-US" dirty="0"/>
              <a:t>Example: </a:t>
            </a:r>
            <a:r>
              <a:rPr lang="en-US" dirty="0" err="1"/>
              <a:t>Numpy</a:t>
            </a:r>
            <a:r>
              <a:rPr lang="en-US" dirty="0"/>
              <a:t>, </a:t>
            </a:r>
            <a:r>
              <a:rPr lang="en-US" dirty="0" err="1"/>
              <a:t>Sklearn</a:t>
            </a:r>
            <a:r>
              <a:rPr lang="en-US" dirty="0"/>
              <a:t>, </a:t>
            </a:r>
            <a:r>
              <a:rPr lang="en-US" dirty="0" err="1"/>
              <a:t>PyTorch</a:t>
            </a:r>
            <a:r>
              <a:rPr lang="en-US" dirty="0"/>
              <a:t>, Pandas, etc.</a:t>
            </a:r>
          </a:p>
          <a:p>
            <a:pPr lvl="1"/>
            <a:r>
              <a:rPr lang="en-US" dirty="0"/>
              <a:t>ensures consistent package versions and environment behavior across Windows, macOS, and Linux</a:t>
            </a:r>
          </a:p>
          <a:p>
            <a:pPr lvl="1"/>
            <a:r>
              <a:rPr lang="en-US" dirty="0"/>
              <a:t>Useful tutorials: </a:t>
            </a:r>
          </a:p>
          <a:p>
            <a:pPr lvl="2"/>
            <a:r>
              <a:rPr lang="en-US" dirty="0">
                <a:hlinkClick r:id="rId2"/>
              </a:rPr>
              <a:t>https://www.anaconda.com/docs/getting-started/getting-started</a:t>
            </a:r>
            <a:endParaRPr lang="en-US" dirty="0"/>
          </a:p>
          <a:p>
            <a:pPr lvl="2"/>
            <a:r>
              <a:rPr lang="en-US" dirty="0">
                <a:hlinkClick r:id="rId3"/>
              </a:rPr>
              <a:t>https://www.youtube.com/watch?v=1nDNhiRg4DY</a:t>
            </a:r>
            <a:endParaRPr lang="en-US" dirty="0"/>
          </a:p>
          <a:p>
            <a:r>
              <a:rPr lang="en-US" dirty="0"/>
              <a:t>Other choice: </a:t>
            </a:r>
            <a:r>
              <a:rPr lang="en-US" dirty="0" err="1"/>
              <a:t>uv</a:t>
            </a:r>
            <a:endParaRPr lang="en-US" dirty="0"/>
          </a:p>
          <a:p>
            <a:pPr lvl="1"/>
            <a:r>
              <a:rPr lang="en-US" dirty="0"/>
              <a:t>Documentations: </a:t>
            </a:r>
            <a:r>
              <a:rPr lang="en-US" dirty="0">
                <a:hlinkClick r:id="rId4"/>
              </a:rPr>
              <a:t>https://docs.astral.sh/uv/</a:t>
            </a:r>
            <a:endParaRPr lang="en-US" dirty="0"/>
          </a:p>
        </p:txBody>
      </p:sp>
    </p:spTree>
    <p:extLst>
      <p:ext uri="{BB962C8B-B14F-4D97-AF65-F5344CB8AC3E}">
        <p14:creationId xmlns:p14="http://schemas.microsoft.com/office/powerpoint/2010/main" val="1133528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5C8B8-DA2E-A5D7-9423-22B10B41019F}"/>
              </a:ext>
            </a:extLst>
          </p:cNvPr>
          <p:cNvSpPr>
            <a:spLocks noGrp="1"/>
          </p:cNvSpPr>
          <p:nvPr>
            <p:ph type="title"/>
          </p:nvPr>
        </p:nvSpPr>
        <p:spPr/>
        <p:txBody>
          <a:bodyPr/>
          <a:lstStyle/>
          <a:p>
            <a:r>
              <a:rPr lang="en-US">
                <a:solidFill>
                  <a:srgbClr val="FFFFFF"/>
                </a:solidFill>
                <a:latin typeface="Open Sans SemiBold"/>
                <a:ea typeface="Open Sans SemiBold"/>
                <a:cs typeface="Times New Roman"/>
              </a:rPr>
              <a:t>Google </a:t>
            </a:r>
            <a:r>
              <a:rPr lang="en-US" err="1">
                <a:solidFill>
                  <a:srgbClr val="FFFFFF"/>
                </a:solidFill>
                <a:latin typeface="Open Sans SemiBold"/>
                <a:ea typeface="Open Sans SemiBold"/>
                <a:cs typeface="Times New Roman"/>
              </a:rPr>
              <a:t>Colab</a:t>
            </a:r>
            <a:r>
              <a:rPr lang="en-US">
                <a:solidFill>
                  <a:srgbClr val="FFFFFF"/>
                </a:solidFill>
                <a:latin typeface="Open Sans SemiBold"/>
                <a:ea typeface="Open Sans SemiBold"/>
                <a:cs typeface="Times New Roman"/>
              </a:rPr>
              <a:t> and Alternatives</a:t>
            </a:r>
            <a:endParaRPr lang="en-US"/>
          </a:p>
        </p:txBody>
      </p:sp>
      <p:sp>
        <p:nvSpPr>
          <p:cNvPr id="3" name="Text Placeholder 2">
            <a:extLst>
              <a:ext uri="{FF2B5EF4-FFF2-40B4-BE49-F238E27FC236}">
                <a16:creationId xmlns:a16="http://schemas.microsoft.com/office/drawing/2014/main" id="{C6507FC3-AA4F-645E-A570-71497544B811}"/>
              </a:ext>
            </a:extLst>
          </p:cNvPr>
          <p:cNvSpPr>
            <a:spLocks noGrp="1"/>
          </p:cNvSpPr>
          <p:nvPr>
            <p:ph type="body" idx="1"/>
          </p:nvPr>
        </p:nvSpPr>
        <p:spPr>
          <a:xfrm>
            <a:off x="831850" y="4568869"/>
            <a:ext cx="10515600" cy="1795375"/>
          </a:xfrm>
        </p:spPr>
        <p:txBody>
          <a:bodyPr vert="horz" lIns="91440" tIns="45720" rIns="91440" bIns="45720" rtlCol="0" anchor="t">
            <a:normAutofit fontScale="92500" lnSpcReduction="20000"/>
          </a:bodyPr>
          <a:lstStyle/>
          <a:p>
            <a:pPr marL="457200" indent="-457200">
              <a:buAutoNum type="arabicPeriod"/>
            </a:pPr>
            <a:r>
              <a:rPr lang="en-US" dirty="0">
                <a:latin typeface="Times New Roman"/>
                <a:cs typeface="Times New Roman"/>
              </a:rPr>
              <a:t>Getting start with </a:t>
            </a:r>
            <a:r>
              <a:rPr lang="en-US" dirty="0" err="1">
                <a:latin typeface="Times New Roman"/>
                <a:cs typeface="Times New Roman"/>
              </a:rPr>
              <a:t>Colab</a:t>
            </a:r>
            <a:r>
              <a:rPr lang="en-US" dirty="0">
                <a:latin typeface="Times New Roman"/>
                <a:cs typeface="Times New Roman"/>
              </a:rPr>
              <a:t>: </a:t>
            </a:r>
            <a:endParaRPr lang="en-US" dirty="0"/>
          </a:p>
          <a:p>
            <a:pPr marL="914400" lvl="1" indent="-457200">
              <a:buFont typeface="Courier New"/>
              <a:buChar char="o"/>
            </a:pPr>
            <a:r>
              <a:rPr lang="en-US" dirty="0">
                <a:solidFill>
                  <a:srgbClr val="CEB888"/>
                </a:solidFill>
                <a:latin typeface="Times New Roman"/>
                <a:cs typeface="Times New Roman"/>
              </a:rPr>
              <a:t>Runing Code, GPU Runtime, File Manipulation,  Linux Commands on </a:t>
            </a:r>
            <a:r>
              <a:rPr lang="en-US" dirty="0" err="1">
                <a:solidFill>
                  <a:srgbClr val="CEB888"/>
                </a:solidFill>
                <a:latin typeface="Times New Roman"/>
                <a:cs typeface="Times New Roman"/>
              </a:rPr>
              <a:t>Colab</a:t>
            </a:r>
            <a:r>
              <a:rPr lang="en-US" dirty="0">
                <a:solidFill>
                  <a:srgbClr val="CEB888"/>
                </a:solidFill>
                <a:latin typeface="Times New Roman"/>
                <a:cs typeface="Times New Roman"/>
              </a:rPr>
              <a:t>,  Tips</a:t>
            </a:r>
          </a:p>
          <a:p>
            <a:pPr marL="457200" indent="-457200">
              <a:buAutoNum type="arabicPeriod"/>
            </a:pPr>
            <a:r>
              <a:rPr lang="en-US" dirty="0">
                <a:latin typeface="Times New Roman"/>
                <a:cs typeface="Times New Roman"/>
              </a:rPr>
              <a:t>Alternatives: </a:t>
            </a:r>
          </a:p>
          <a:p>
            <a:pPr marL="914400" lvl="1" indent="-457200">
              <a:buFont typeface="Courier New" panose="020B0604020202020204" pitchFamily="34" charset="0"/>
              <a:buChar char="o"/>
            </a:pPr>
            <a:r>
              <a:rPr lang="en-US" dirty="0">
                <a:solidFill>
                  <a:srgbClr val="CEB888"/>
                </a:solidFill>
                <a:latin typeface="Times New Roman"/>
                <a:cs typeface="Times New Roman"/>
              </a:rPr>
              <a:t>PC(Recommended)/MAC with a GPU: </a:t>
            </a:r>
            <a:r>
              <a:rPr lang="en-US" dirty="0" err="1">
                <a:solidFill>
                  <a:srgbClr val="CEB888"/>
                </a:solidFill>
                <a:latin typeface="Times New Roman"/>
                <a:cs typeface="Times New Roman"/>
              </a:rPr>
              <a:t>Jupyter</a:t>
            </a:r>
            <a:r>
              <a:rPr lang="en-US" dirty="0">
                <a:solidFill>
                  <a:srgbClr val="CEB888"/>
                </a:solidFill>
                <a:latin typeface="Times New Roman"/>
                <a:cs typeface="Times New Roman"/>
              </a:rPr>
              <a:t> notebook with Conda virtual environment(optional)</a:t>
            </a:r>
          </a:p>
          <a:p>
            <a:pPr marL="914400" lvl="1" indent="-457200">
              <a:buFont typeface="Courier New" panose="020B0604020202020204" pitchFamily="34" charset="0"/>
              <a:buChar char="o"/>
            </a:pPr>
            <a:r>
              <a:rPr lang="en-US" dirty="0">
                <a:solidFill>
                  <a:srgbClr val="CEB888"/>
                </a:solidFill>
                <a:latin typeface="Times New Roman"/>
                <a:cs typeface="Times New Roman"/>
              </a:rPr>
              <a:t>Paid options: </a:t>
            </a:r>
            <a:r>
              <a:rPr lang="en-US" dirty="0" err="1">
                <a:solidFill>
                  <a:srgbClr val="CEB888"/>
                </a:solidFill>
                <a:latin typeface="Times New Roman"/>
                <a:cs typeface="Times New Roman"/>
              </a:rPr>
              <a:t>Colab</a:t>
            </a:r>
            <a:r>
              <a:rPr lang="en-US" dirty="0">
                <a:solidFill>
                  <a:srgbClr val="CEB888"/>
                </a:solidFill>
                <a:latin typeface="Times New Roman"/>
                <a:cs typeface="Times New Roman"/>
              </a:rPr>
              <a:t> Pro, </a:t>
            </a:r>
            <a:r>
              <a:rPr lang="en-US" dirty="0" err="1">
                <a:solidFill>
                  <a:srgbClr val="CEB888"/>
                </a:solidFill>
                <a:latin typeface="Times New Roman"/>
                <a:cs typeface="Times New Roman"/>
              </a:rPr>
              <a:t>Paperspace</a:t>
            </a:r>
            <a:r>
              <a:rPr lang="en-US" dirty="0">
                <a:solidFill>
                  <a:srgbClr val="CEB888"/>
                </a:solidFill>
                <a:latin typeface="Times New Roman"/>
                <a:cs typeface="Times New Roman"/>
              </a:rPr>
              <a:t>, etc.</a:t>
            </a:r>
          </a:p>
        </p:txBody>
      </p:sp>
    </p:spTree>
    <p:extLst>
      <p:ext uri="{BB962C8B-B14F-4D97-AF65-F5344CB8AC3E}">
        <p14:creationId xmlns:p14="http://schemas.microsoft.com/office/powerpoint/2010/main" val="3512132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3812C-7D58-D3C8-0BDD-66874BCB8370}"/>
              </a:ext>
            </a:extLst>
          </p:cNvPr>
          <p:cNvSpPr>
            <a:spLocks noGrp="1"/>
          </p:cNvSpPr>
          <p:nvPr>
            <p:ph type="title"/>
          </p:nvPr>
        </p:nvSpPr>
        <p:spPr/>
        <p:txBody>
          <a:bodyPr/>
          <a:lstStyle/>
          <a:p>
            <a:r>
              <a:rPr lang="en-US">
                <a:ea typeface="Open Sans SemiBold"/>
                <a:cs typeface="Times New Roman"/>
              </a:rPr>
              <a:t>Google </a:t>
            </a:r>
            <a:r>
              <a:rPr lang="en-US" err="1">
                <a:ea typeface="Open Sans SemiBold"/>
                <a:cs typeface="Times New Roman"/>
              </a:rPr>
              <a:t>Colab</a:t>
            </a:r>
            <a:endParaRPr lang="en-US" err="1"/>
          </a:p>
        </p:txBody>
      </p:sp>
      <p:sp>
        <p:nvSpPr>
          <p:cNvPr id="3" name="Content Placeholder 2">
            <a:extLst>
              <a:ext uri="{FF2B5EF4-FFF2-40B4-BE49-F238E27FC236}">
                <a16:creationId xmlns:a16="http://schemas.microsoft.com/office/drawing/2014/main" id="{B92A3C6A-4237-A730-5F80-5205B6F6819E}"/>
              </a:ext>
            </a:extLst>
          </p:cNvPr>
          <p:cNvSpPr>
            <a:spLocks noGrp="1"/>
          </p:cNvSpPr>
          <p:nvPr>
            <p:ph idx="1"/>
          </p:nvPr>
        </p:nvSpPr>
        <p:spPr>
          <a:xfrm>
            <a:off x="838200" y="1403900"/>
            <a:ext cx="10515600" cy="1686177"/>
          </a:xfrm>
        </p:spPr>
        <p:txBody>
          <a:bodyPr vert="horz" lIns="91440" tIns="45720" rIns="91440" bIns="45720" rtlCol="0" anchor="t">
            <a:normAutofit/>
          </a:bodyPr>
          <a:lstStyle/>
          <a:p>
            <a:r>
              <a:rPr lang="en-US" dirty="0">
                <a:solidFill>
                  <a:srgbClr val="000000"/>
                </a:solidFill>
                <a:latin typeface="Times New Roman"/>
                <a:cs typeface="Times New Roman"/>
              </a:rPr>
              <a:t>A ready-to-use python environment with free GPU hours</a:t>
            </a:r>
          </a:p>
          <a:p>
            <a:pPr marL="0" indent="0">
              <a:buNone/>
            </a:pPr>
            <a:endParaRPr lang="en-US" sz="1400" dirty="0">
              <a:solidFill>
                <a:srgbClr val="9334E6"/>
              </a:solidFill>
              <a:latin typeface="Times New Roman"/>
              <a:cs typeface="Times New Roman"/>
            </a:endParaRPr>
          </a:p>
          <a:p>
            <a:pPr marL="0" indent="0">
              <a:buNone/>
            </a:pPr>
            <a:endParaRPr lang="en-US" sz="1400" dirty="0">
              <a:solidFill>
                <a:srgbClr val="001D35"/>
              </a:solidFill>
              <a:latin typeface="Times New Roman"/>
              <a:cs typeface="Times New Roman"/>
            </a:endParaRPr>
          </a:p>
          <a:p>
            <a:pPr marL="0" indent="0">
              <a:buNone/>
            </a:pPr>
            <a:endParaRPr lang="en-US" dirty="0">
              <a:solidFill>
                <a:srgbClr val="000000"/>
              </a:solidFill>
            </a:endParaRPr>
          </a:p>
          <a:p>
            <a:pPr marL="0" indent="0">
              <a:buNone/>
            </a:pPr>
            <a:endParaRPr lang="en-US" dirty="0">
              <a:solidFill>
                <a:srgbClr val="000000"/>
              </a:solidFill>
            </a:endParaRPr>
          </a:p>
          <a:p>
            <a:pPr marL="0" indent="0">
              <a:buNone/>
            </a:pPr>
            <a:endParaRPr lang="en-US" dirty="0">
              <a:solidFill>
                <a:srgbClr val="000000"/>
              </a:solidFill>
            </a:endParaRPr>
          </a:p>
          <a:p>
            <a:endParaRPr lang="en-US" dirty="0">
              <a:solidFill>
                <a:srgbClr val="000000"/>
              </a:solidFill>
              <a:latin typeface="Times New Roman"/>
              <a:cs typeface="Times New Roman"/>
            </a:endParaRPr>
          </a:p>
        </p:txBody>
      </p:sp>
      <p:sp>
        <p:nvSpPr>
          <p:cNvPr id="12" name="TextBox 11">
            <a:extLst>
              <a:ext uri="{FF2B5EF4-FFF2-40B4-BE49-F238E27FC236}">
                <a16:creationId xmlns:a16="http://schemas.microsoft.com/office/drawing/2014/main" id="{09D00279-A5DD-763C-3F4B-18C9D8AE5E4E}"/>
              </a:ext>
            </a:extLst>
          </p:cNvPr>
          <p:cNvSpPr txBox="1"/>
          <p:nvPr/>
        </p:nvSpPr>
        <p:spPr>
          <a:xfrm>
            <a:off x="1038639" y="1891750"/>
            <a:ext cx="1100096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1"/>
                </a:solidFill>
                <a:ea typeface="+mn-lt"/>
                <a:cs typeface="+mn-lt"/>
              </a:rPr>
              <a:t>You can see it as an online version of </a:t>
            </a:r>
            <a:r>
              <a:rPr lang="en-US" b="1" err="1">
                <a:solidFill>
                  <a:schemeClr val="bg1"/>
                </a:solidFill>
                <a:ea typeface="+mn-lt"/>
                <a:cs typeface="+mn-lt"/>
              </a:rPr>
              <a:t>Jupyter</a:t>
            </a:r>
            <a:r>
              <a:rPr lang="en-US" b="1">
                <a:solidFill>
                  <a:schemeClr val="bg1"/>
                </a:solidFill>
                <a:ea typeface="+mn-lt"/>
                <a:cs typeface="+mn-lt"/>
              </a:rPr>
              <a:t> notebook. I recommend you to use this since it already comes with some common packages and python environment if you do not have a decent GPU on your local computer</a:t>
            </a:r>
          </a:p>
          <a:p>
            <a:endParaRPr lang="en-US" b="1">
              <a:solidFill>
                <a:schemeClr val="bg1"/>
              </a:solidFill>
              <a:ea typeface="Open Sans"/>
              <a:cs typeface="Open Sans"/>
            </a:endParaRPr>
          </a:p>
          <a:p>
            <a:r>
              <a:rPr lang="en-US">
                <a:solidFill>
                  <a:schemeClr val="bg1"/>
                </a:solidFill>
                <a:ea typeface="+mn-lt"/>
                <a:cs typeface="+mn-lt"/>
                <a:hlinkClick r:id="rId3"/>
              </a:rPr>
              <a:t>https://colab.research.google.com/</a:t>
            </a:r>
          </a:p>
          <a:p>
            <a:r>
              <a:rPr lang="en-US">
                <a:solidFill>
                  <a:schemeClr val="bg1"/>
                </a:solidFill>
                <a:ea typeface="+mn-lt"/>
                <a:cs typeface="+mn-lt"/>
              </a:rPr>
              <a:t>You need a free google account in</a:t>
            </a:r>
          </a:p>
          <a:p>
            <a:r>
              <a:rPr lang="en-US">
                <a:solidFill>
                  <a:schemeClr val="bg1"/>
                </a:solidFill>
                <a:ea typeface="+mn-lt"/>
                <a:cs typeface="+mn-lt"/>
              </a:rPr>
              <a:t>order to use it. </a:t>
            </a:r>
          </a:p>
        </p:txBody>
      </p:sp>
      <p:pic>
        <p:nvPicPr>
          <p:cNvPr id="4" name="Picture 3" descr="A screenshot of a computer&#10;&#10;Description automatically generated">
            <a:extLst>
              <a:ext uri="{FF2B5EF4-FFF2-40B4-BE49-F238E27FC236}">
                <a16:creationId xmlns:a16="http://schemas.microsoft.com/office/drawing/2014/main" id="{C64E6F8D-E432-587C-C678-8D60AEBD9245}"/>
              </a:ext>
            </a:extLst>
          </p:cNvPr>
          <p:cNvPicPr>
            <a:picLocks noChangeAspect="1"/>
          </p:cNvPicPr>
          <p:nvPr/>
        </p:nvPicPr>
        <p:blipFill>
          <a:blip r:embed="rId4"/>
          <a:stretch>
            <a:fillRect/>
          </a:stretch>
        </p:blipFill>
        <p:spPr>
          <a:xfrm>
            <a:off x="5165035" y="3090077"/>
            <a:ext cx="6389204" cy="3039718"/>
          </a:xfrm>
          <a:prstGeom prst="rect">
            <a:avLst/>
          </a:prstGeom>
        </p:spPr>
      </p:pic>
    </p:spTree>
    <p:extLst>
      <p:ext uri="{BB962C8B-B14F-4D97-AF65-F5344CB8AC3E}">
        <p14:creationId xmlns:p14="http://schemas.microsoft.com/office/powerpoint/2010/main" val="4292431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6ED4D-1C20-BC11-F70C-9D5743EB38D8}"/>
              </a:ext>
            </a:extLst>
          </p:cNvPr>
          <p:cNvSpPr>
            <a:spLocks noGrp="1"/>
          </p:cNvSpPr>
          <p:nvPr>
            <p:ph type="title"/>
          </p:nvPr>
        </p:nvSpPr>
        <p:spPr/>
        <p:txBody>
          <a:bodyPr/>
          <a:lstStyle/>
          <a:p>
            <a:r>
              <a:rPr lang="en-US">
                <a:ea typeface="Open Sans SemiBold"/>
                <a:cs typeface="Times New Roman"/>
              </a:rPr>
              <a:t>Add and Run Code</a:t>
            </a:r>
            <a:endParaRPr lang="en-US"/>
          </a:p>
        </p:txBody>
      </p:sp>
      <p:pic>
        <p:nvPicPr>
          <p:cNvPr id="4" name="Picture 3" descr="A screenshot of a computer&#10;&#10;Description automatically generated">
            <a:extLst>
              <a:ext uri="{FF2B5EF4-FFF2-40B4-BE49-F238E27FC236}">
                <a16:creationId xmlns:a16="http://schemas.microsoft.com/office/drawing/2014/main" id="{A8179D87-4B1B-641C-D6E9-D17640F9B7DC}"/>
              </a:ext>
            </a:extLst>
          </p:cNvPr>
          <p:cNvPicPr>
            <a:picLocks noChangeAspect="1"/>
          </p:cNvPicPr>
          <p:nvPr/>
        </p:nvPicPr>
        <p:blipFill>
          <a:blip r:embed="rId2"/>
          <a:stretch>
            <a:fillRect/>
          </a:stretch>
        </p:blipFill>
        <p:spPr>
          <a:xfrm>
            <a:off x="3845607" y="1502900"/>
            <a:ext cx="7961832" cy="1587565"/>
          </a:xfrm>
          <a:prstGeom prst="rect">
            <a:avLst/>
          </a:prstGeom>
        </p:spPr>
      </p:pic>
      <p:cxnSp>
        <p:nvCxnSpPr>
          <p:cNvPr id="5" name="Straight Arrow Connector 4">
            <a:extLst>
              <a:ext uri="{FF2B5EF4-FFF2-40B4-BE49-F238E27FC236}">
                <a16:creationId xmlns:a16="http://schemas.microsoft.com/office/drawing/2014/main" id="{B79B0C9D-EAEB-0A83-2EC3-A3FEA4A37D53}"/>
              </a:ext>
            </a:extLst>
          </p:cNvPr>
          <p:cNvCxnSpPr/>
          <p:nvPr/>
        </p:nvCxnSpPr>
        <p:spPr>
          <a:xfrm flipH="1">
            <a:off x="6425013" y="1533257"/>
            <a:ext cx="823245" cy="693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2D018E6-8BB3-DD08-6399-45D0B9AC1766}"/>
              </a:ext>
            </a:extLst>
          </p:cNvPr>
          <p:cNvSpPr txBox="1"/>
          <p:nvPr/>
        </p:nvSpPr>
        <p:spPr>
          <a:xfrm>
            <a:off x="838732" y="1556346"/>
            <a:ext cx="253630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Open Sans"/>
                <a:cs typeface="Open Sans"/>
              </a:rPr>
              <a:t>Click "+Code" to add python code</a:t>
            </a:r>
          </a:p>
          <a:p>
            <a:r>
              <a:rPr lang="en-US" b="1">
                <a:solidFill>
                  <a:schemeClr val="bg2"/>
                </a:solidFill>
                <a:ea typeface="Open Sans"/>
                <a:cs typeface="Open Sans"/>
              </a:rPr>
              <a:t>OR</a:t>
            </a:r>
          </a:p>
          <a:p>
            <a:r>
              <a:rPr lang="en-US">
                <a:solidFill>
                  <a:schemeClr val="bg1"/>
                </a:solidFill>
                <a:ea typeface="Open Sans"/>
                <a:cs typeface="Open Sans"/>
              </a:rPr>
              <a:t>Click "+Text" to add plain text(markdown)</a:t>
            </a:r>
          </a:p>
        </p:txBody>
      </p:sp>
      <p:pic>
        <p:nvPicPr>
          <p:cNvPr id="7" name="Picture 6" descr="A screenshot of a computer&#10;&#10;Description automatically generated">
            <a:extLst>
              <a:ext uri="{FF2B5EF4-FFF2-40B4-BE49-F238E27FC236}">
                <a16:creationId xmlns:a16="http://schemas.microsoft.com/office/drawing/2014/main" id="{6B43D862-B558-50B7-1FD5-E32360BC833D}"/>
              </a:ext>
            </a:extLst>
          </p:cNvPr>
          <p:cNvPicPr>
            <a:picLocks noChangeAspect="1"/>
          </p:cNvPicPr>
          <p:nvPr/>
        </p:nvPicPr>
        <p:blipFill>
          <a:blip r:embed="rId3"/>
          <a:stretch>
            <a:fillRect/>
          </a:stretch>
        </p:blipFill>
        <p:spPr>
          <a:xfrm>
            <a:off x="3909701" y="3616006"/>
            <a:ext cx="7833645" cy="2495951"/>
          </a:xfrm>
          <a:prstGeom prst="rect">
            <a:avLst/>
          </a:prstGeom>
        </p:spPr>
      </p:pic>
      <p:sp>
        <p:nvSpPr>
          <p:cNvPr id="9" name="TextBox 8">
            <a:extLst>
              <a:ext uri="{FF2B5EF4-FFF2-40B4-BE49-F238E27FC236}">
                <a16:creationId xmlns:a16="http://schemas.microsoft.com/office/drawing/2014/main" id="{249018B8-C691-1837-D5B7-8640D29598F2}"/>
              </a:ext>
            </a:extLst>
          </p:cNvPr>
          <p:cNvSpPr txBox="1"/>
          <p:nvPr/>
        </p:nvSpPr>
        <p:spPr>
          <a:xfrm>
            <a:off x="838731" y="3614458"/>
            <a:ext cx="253630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Open Sans"/>
                <a:cs typeface="Open Sans"/>
              </a:rPr>
              <a:t>Click the run button to run the code</a:t>
            </a:r>
          </a:p>
          <a:p>
            <a:r>
              <a:rPr lang="en-US" b="1">
                <a:solidFill>
                  <a:schemeClr val="bg2"/>
                </a:solidFill>
                <a:ea typeface="Open Sans"/>
                <a:cs typeface="Open Sans"/>
              </a:rPr>
              <a:t>OR</a:t>
            </a:r>
          </a:p>
          <a:p>
            <a:r>
              <a:rPr lang="en-US">
                <a:solidFill>
                  <a:schemeClr val="bg1"/>
                </a:solidFill>
                <a:ea typeface="Open Sans"/>
                <a:cs typeface="Open Sans"/>
              </a:rPr>
              <a:t>You can select the "Runtime" in the menu to run multiple blocks of code</a:t>
            </a:r>
          </a:p>
        </p:txBody>
      </p:sp>
      <p:cxnSp>
        <p:nvCxnSpPr>
          <p:cNvPr id="10" name="Straight Arrow Connector 9">
            <a:extLst>
              <a:ext uri="{FF2B5EF4-FFF2-40B4-BE49-F238E27FC236}">
                <a16:creationId xmlns:a16="http://schemas.microsoft.com/office/drawing/2014/main" id="{AA5683C3-AAD3-216C-52A7-FAA91E0E7AB8}"/>
              </a:ext>
            </a:extLst>
          </p:cNvPr>
          <p:cNvCxnSpPr>
            <a:cxnSpLocks/>
          </p:cNvCxnSpPr>
          <p:nvPr/>
        </p:nvCxnSpPr>
        <p:spPr>
          <a:xfrm flipH="1">
            <a:off x="6425012" y="4139723"/>
            <a:ext cx="823245" cy="693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080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938475CB-EBA7-A3B6-297C-D9ACD4A137D6}"/>
              </a:ext>
            </a:extLst>
          </p:cNvPr>
          <p:cNvPicPr>
            <a:picLocks noChangeAspect="1"/>
          </p:cNvPicPr>
          <p:nvPr/>
        </p:nvPicPr>
        <p:blipFill>
          <a:blip r:embed="rId2"/>
          <a:stretch>
            <a:fillRect/>
          </a:stretch>
        </p:blipFill>
        <p:spPr>
          <a:xfrm>
            <a:off x="381356" y="3002424"/>
            <a:ext cx="3802167" cy="2227605"/>
          </a:xfrm>
          <a:prstGeom prst="rect">
            <a:avLst/>
          </a:prstGeom>
        </p:spPr>
      </p:pic>
      <p:sp>
        <p:nvSpPr>
          <p:cNvPr id="2" name="Title 1">
            <a:extLst>
              <a:ext uri="{FF2B5EF4-FFF2-40B4-BE49-F238E27FC236}">
                <a16:creationId xmlns:a16="http://schemas.microsoft.com/office/drawing/2014/main" id="{CFE6ED4D-1C20-BC11-F70C-9D5743EB38D8}"/>
              </a:ext>
            </a:extLst>
          </p:cNvPr>
          <p:cNvSpPr>
            <a:spLocks noGrp="1"/>
          </p:cNvSpPr>
          <p:nvPr>
            <p:ph type="title"/>
          </p:nvPr>
        </p:nvSpPr>
        <p:spPr/>
        <p:txBody>
          <a:bodyPr/>
          <a:lstStyle/>
          <a:p>
            <a:r>
              <a:rPr lang="en-US">
                <a:ea typeface="Open Sans SemiBold"/>
                <a:cs typeface="Times New Roman"/>
              </a:rPr>
              <a:t>Select GPU environment and Verify</a:t>
            </a:r>
            <a:endParaRPr lang="en-US"/>
          </a:p>
        </p:txBody>
      </p:sp>
      <p:cxnSp>
        <p:nvCxnSpPr>
          <p:cNvPr id="5" name="Straight Arrow Connector 4">
            <a:extLst>
              <a:ext uri="{FF2B5EF4-FFF2-40B4-BE49-F238E27FC236}">
                <a16:creationId xmlns:a16="http://schemas.microsoft.com/office/drawing/2014/main" id="{B79B0C9D-EAEB-0A83-2EC3-A3FEA4A37D53}"/>
              </a:ext>
            </a:extLst>
          </p:cNvPr>
          <p:cNvCxnSpPr/>
          <p:nvPr/>
        </p:nvCxnSpPr>
        <p:spPr>
          <a:xfrm flipV="1">
            <a:off x="2348668" y="3316482"/>
            <a:ext cx="515596" cy="4458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2D018E6-8BB3-DD08-6399-45D0B9AC1766}"/>
              </a:ext>
            </a:extLst>
          </p:cNvPr>
          <p:cNvSpPr txBox="1"/>
          <p:nvPr/>
        </p:nvSpPr>
        <p:spPr>
          <a:xfrm>
            <a:off x="382956" y="1713018"/>
            <a:ext cx="378968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Open Sans"/>
                <a:cs typeface="Open Sans"/>
              </a:rPr>
              <a:t>Select the button next to resource monitor icon and choose "Change runtime type"</a:t>
            </a:r>
          </a:p>
        </p:txBody>
      </p:sp>
      <p:sp>
        <p:nvSpPr>
          <p:cNvPr id="9" name="TextBox 8">
            <a:extLst>
              <a:ext uri="{FF2B5EF4-FFF2-40B4-BE49-F238E27FC236}">
                <a16:creationId xmlns:a16="http://schemas.microsoft.com/office/drawing/2014/main" id="{249018B8-C691-1837-D5B7-8640D29598F2}"/>
              </a:ext>
            </a:extLst>
          </p:cNvPr>
          <p:cNvSpPr txBox="1"/>
          <p:nvPr/>
        </p:nvSpPr>
        <p:spPr>
          <a:xfrm>
            <a:off x="4477815" y="1698776"/>
            <a:ext cx="253630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Open Sans"/>
                <a:cs typeface="Open Sans"/>
              </a:rPr>
              <a:t>Choose "T4 GPU" which is free to use and save</a:t>
            </a:r>
          </a:p>
        </p:txBody>
      </p:sp>
      <p:cxnSp>
        <p:nvCxnSpPr>
          <p:cNvPr id="10" name="Straight Arrow Connector 9">
            <a:extLst>
              <a:ext uri="{FF2B5EF4-FFF2-40B4-BE49-F238E27FC236}">
                <a16:creationId xmlns:a16="http://schemas.microsoft.com/office/drawing/2014/main" id="{AA5683C3-AAD3-216C-52A7-FAA91E0E7AB8}"/>
              </a:ext>
            </a:extLst>
          </p:cNvPr>
          <p:cNvCxnSpPr>
            <a:cxnSpLocks/>
          </p:cNvCxnSpPr>
          <p:nvPr/>
        </p:nvCxnSpPr>
        <p:spPr>
          <a:xfrm flipH="1">
            <a:off x="6425012" y="4139723"/>
            <a:ext cx="823245" cy="693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8" name="Picture 7" descr="A screenshot of a computer&#10;&#10;Description automatically generated">
            <a:extLst>
              <a:ext uri="{FF2B5EF4-FFF2-40B4-BE49-F238E27FC236}">
                <a16:creationId xmlns:a16="http://schemas.microsoft.com/office/drawing/2014/main" id="{5650C21A-0EEF-4D80-D676-EDD55405F8E1}"/>
              </a:ext>
            </a:extLst>
          </p:cNvPr>
          <p:cNvPicPr>
            <a:picLocks noChangeAspect="1"/>
          </p:cNvPicPr>
          <p:nvPr/>
        </p:nvPicPr>
        <p:blipFill>
          <a:blip r:embed="rId3"/>
          <a:stretch>
            <a:fillRect/>
          </a:stretch>
        </p:blipFill>
        <p:spPr>
          <a:xfrm>
            <a:off x="4476612" y="3005270"/>
            <a:ext cx="3502272" cy="2634954"/>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2665D5B1-5906-21F4-523A-4C4FD4E846C3}"/>
              </a:ext>
            </a:extLst>
          </p:cNvPr>
          <p:cNvPicPr>
            <a:picLocks noChangeAspect="1"/>
          </p:cNvPicPr>
          <p:nvPr/>
        </p:nvPicPr>
        <p:blipFill>
          <a:blip r:embed="rId4"/>
          <a:stretch>
            <a:fillRect/>
          </a:stretch>
        </p:blipFill>
        <p:spPr>
          <a:xfrm>
            <a:off x="8314167" y="2999306"/>
            <a:ext cx="3874450" cy="2020191"/>
          </a:xfrm>
          <a:prstGeom prst="rect">
            <a:avLst/>
          </a:prstGeom>
        </p:spPr>
      </p:pic>
      <p:sp>
        <p:nvSpPr>
          <p:cNvPr id="12" name="TextBox 11">
            <a:extLst>
              <a:ext uri="{FF2B5EF4-FFF2-40B4-BE49-F238E27FC236}">
                <a16:creationId xmlns:a16="http://schemas.microsoft.com/office/drawing/2014/main" id="{53526B26-E7B4-D347-F803-7C61954C5636}"/>
              </a:ext>
            </a:extLst>
          </p:cNvPr>
          <p:cNvSpPr txBox="1"/>
          <p:nvPr/>
        </p:nvSpPr>
        <p:spPr>
          <a:xfrm>
            <a:off x="8316300" y="1698775"/>
            <a:ext cx="369710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Open Sans"/>
                <a:cs typeface="Open Sans"/>
              </a:rPr>
              <a:t>You can run the </a:t>
            </a:r>
          </a:p>
          <a:p>
            <a:r>
              <a:rPr lang="en-US">
                <a:solidFill>
                  <a:schemeClr val="bg1"/>
                </a:solidFill>
                <a:ea typeface="Open Sans"/>
                <a:cs typeface="Open Sans"/>
              </a:rPr>
              <a:t>`</a:t>
            </a:r>
            <a:r>
              <a:rPr lang="en-US" err="1">
                <a:solidFill>
                  <a:schemeClr val="bg1"/>
                </a:solidFill>
                <a:ea typeface="Open Sans"/>
                <a:cs typeface="Open Sans"/>
              </a:rPr>
              <a:t>torch.cuda.is_available</a:t>
            </a:r>
            <a:r>
              <a:rPr lang="en-US">
                <a:solidFill>
                  <a:schemeClr val="bg1"/>
                </a:solidFill>
                <a:ea typeface="Open Sans"/>
                <a:cs typeface="Open Sans"/>
              </a:rPr>
              <a:t>() again to verify your configuration</a:t>
            </a:r>
          </a:p>
        </p:txBody>
      </p:sp>
      <p:cxnSp>
        <p:nvCxnSpPr>
          <p:cNvPr id="13" name="Straight Arrow Connector 12">
            <a:extLst>
              <a:ext uri="{FF2B5EF4-FFF2-40B4-BE49-F238E27FC236}">
                <a16:creationId xmlns:a16="http://schemas.microsoft.com/office/drawing/2014/main" id="{2268E611-DD3D-9ED3-DDA8-EEC04DF7D12B}"/>
              </a:ext>
            </a:extLst>
          </p:cNvPr>
          <p:cNvCxnSpPr>
            <a:cxnSpLocks/>
          </p:cNvCxnSpPr>
          <p:nvPr/>
        </p:nvCxnSpPr>
        <p:spPr>
          <a:xfrm flipV="1">
            <a:off x="4948013" y="4349098"/>
            <a:ext cx="515596" cy="4458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DAF8123-A65E-B32A-D043-43189A070CB5}"/>
              </a:ext>
            </a:extLst>
          </p:cNvPr>
          <p:cNvCxnSpPr>
            <a:cxnSpLocks/>
          </p:cNvCxnSpPr>
          <p:nvPr/>
        </p:nvCxnSpPr>
        <p:spPr>
          <a:xfrm flipV="1">
            <a:off x="9997153" y="4890332"/>
            <a:ext cx="515596" cy="4458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327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6ED4D-1C20-BC11-F70C-9D5743EB38D8}"/>
              </a:ext>
            </a:extLst>
          </p:cNvPr>
          <p:cNvSpPr>
            <a:spLocks noGrp="1"/>
          </p:cNvSpPr>
          <p:nvPr>
            <p:ph type="title"/>
          </p:nvPr>
        </p:nvSpPr>
        <p:spPr/>
        <p:txBody>
          <a:bodyPr>
            <a:normAutofit/>
          </a:bodyPr>
          <a:lstStyle/>
          <a:p>
            <a:r>
              <a:rPr lang="en-US">
                <a:ea typeface="Open Sans SemiBold"/>
                <a:cs typeface="Times New Roman"/>
              </a:rPr>
              <a:t>Mount Google Drive</a:t>
            </a:r>
            <a:endParaRPr lang="en-US">
              <a:ea typeface="Open Sans SemiBold"/>
            </a:endParaRPr>
          </a:p>
        </p:txBody>
      </p:sp>
      <p:sp>
        <p:nvSpPr>
          <p:cNvPr id="4" name="TextBox 3">
            <a:extLst>
              <a:ext uri="{FF2B5EF4-FFF2-40B4-BE49-F238E27FC236}">
                <a16:creationId xmlns:a16="http://schemas.microsoft.com/office/drawing/2014/main" id="{9247771D-497A-A3E0-D0E3-D2A7240CD36D}"/>
              </a:ext>
            </a:extLst>
          </p:cNvPr>
          <p:cNvSpPr txBox="1"/>
          <p:nvPr/>
        </p:nvSpPr>
        <p:spPr>
          <a:xfrm>
            <a:off x="837258" y="1422476"/>
            <a:ext cx="1116424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bg2"/>
                </a:solidFill>
                <a:ea typeface="Open Sans"/>
                <a:cs typeface="Open Sans"/>
              </a:rPr>
              <a:t>ALERT: the files in your temporary session will be lost after you restart your notebook</a:t>
            </a:r>
          </a:p>
        </p:txBody>
      </p:sp>
      <p:pic>
        <p:nvPicPr>
          <p:cNvPr id="7" name="Picture 6" descr="A screenshot of a notebook&#10;&#10;Description automatically generated">
            <a:extLst>
              <a:ext uri="{FF2B5EF4-FFF2-40B4-BE49-F238E27FC236}">
                <a16:creationId xmlns:a16="http://schemas.microsoft.com/office/drawing/2014/main" id="{8AB7B6AD-B1E2-3C40-17F9-3CFE74E8240A}"/>
              </a:ext>
            </a:extLst>
          </p:cNvPr>
          <p:cNvPicPr>
            <a:picLocks noChangeAspect="1"/>
          </p:cNvPicPr>
          <p:nvPr/>
        </p:nvPicPr>
        <p:blipFill>
          <a:blip r:embed="rId2"/>
          <a:stretch>
            <a:fillRect/>
          </a:stretch>
        </p:blipFill>
        <p:spPr>
          <a:xfrm>
            <a:off x="334710" y="3836133"/>
            <a:ext cx="6259796" cy="1777958"/>
          </a:xfrm>
          <a:prstGeom prst="rect">
            <a:avLst/>
          </a:prstGeom>
        </p:spPr>
      </p:pic>
      <p:sp>
        <p:nvSpPr>
          <p:cNvPr id="13" name="TextBox 12">
            <a:extLst>
              <a:ext uri="{FF2B5EF4-FFF2-40B4-BE49-F238E27FC236}">
                <a16:creationId xmlns:a16="http://schemas.microsoft.com/office/drawing/2014/main" id="{EBC175F4-CE42-4DFD-817D-57613C4AB369}"/>
              </a:ext>
            </a:extLst>
          </p:cNvPr>
          <p:cNvSpPr txBox="1"/>
          <p:nvPr/>
        </p:nvSpPr>
        <p:spPr>
          <a:xfrm>
            <a:off x="337559" y="2972512"/>
            <a:ext cx="47657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latin typeface="Courier New"/>
                <a:cs typeface="Courier New"/>
              </a:rPr>
              <a:t>from </a:t>
            </a:r>
            <a:r>
              <a:rPr lang="en-US" dirty="0" err="1">
                <a:solidFill>
                  <a:schemeClr val="bg1"/>
                </a:solidFill>
                <a:latin typeface="Courier New"/>
                <a:cs typeface="Courier New"/>
              </a:rPr>
              <a:t>google.colab</a:t>
            </a:r>
            <a:r>
              <a:rPr lang="en-US" dirty="0">
                <a:solidFill>
                  <a:schemeClr val="bg1"/>
                </a:solidFill>
                <a:latin typeface="Courier New"/>
                <a:cs typeface="Courier New"/>
              </a:rPr>
              <a:t> import drive</a:t>
            </a:r>
          </a:p>
          <a:p>
            <a:r>
              <a:rPr lang="en-US" dirty="0" err="1">
                <a:solidFill>
                  <a:schemeClr val="bg1"/>
                </a:solidFill>
                <a:latin typeface="Courier New"/>
                <a:cs typeface="Courier New"/>
              </a:rPr>
              <a:t>drive.mount</a:t>
            </a:r>
            <a:r>
              <a:rPr lang="en-US" dirty="0">
                <a:solidFill>
                  <a:schemeClr val="bg1"/>
                </a:solidFill>
                <a:latin typeface="Courier New"/>
                <a:cs typeface="Courier New"/>
              </a:rPr>
              <a:t>('/content/drive')</a:t>
            </a:r>
          </a:p>
        </p:txBody>
      </p:sp>
      <p:sp>
        <p:nvSpPr>
          <p:cNvPr id="14" name="TextBox 13">
            <a:extLst>
              <a:ext uri="{FF2B5EF4-FFF2-40B4-BE49-F238E27FC236}">
                <a16:creationId xmlns:a16="http://schemas.microsoft.com/office/drawing/2014/main" id="{78FCC6F1-445F-EC3F-81BF-E1CB0A5B52BE}"/>
              </a:ext>
            </a:extLst>
          </p:cNvPr>
          <p:cNvSpPr txBox="1"/>
          <p:nvPr/>
        </p:nvSpPr>
        <p:spPr>
          <a:xfrm>
            <a:off x="337514" y="2127395"/>
            <a:ext cx="609512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Use the code below to mount your google drive(15GB free)  and grant the permission</a:t>
            </a:r>
          </a:p>
        </p:txBody>
      </p:sp>
      <p:pic>
        <p:nvPicPr>
          <p:cNvPr id="15" name="Picture 14" descr="A screenshot of a computer&#10;&#10;Description automatically generated">
            <a:extLst>
              <a:ext uri="{FF2B5EF4-FFF2-40B4-BE49-F238E27FC236}">
                <a16:creationId xmlns:a16="http://schemas.microsoft.com/office/drawing/2014/main" id="{AE04A6E2-F46C-A4AA-C625-5A7BCDD7A78B}"/>
              </a:ext>
            </a:extLst>
          </p:cNvPr>
          <p:cNvPicPr>
            <a:picLocks noChangeAspect="1"/>
          </p:cNvPicPr>
          <p:nvPr/>
        </p:nvPicPr>
        <p:blipFill>
          <a:blip r:embed="rId3"/>
          <a:stretch>
            <a:fillRect/>
          </a:stretch>
        </p:blipFill>
        <p:spPr>
          <a:xfrm>
            <a:off x="7354614" y="2969664"/>
            <a:ext cx="4533054" cy="3055122"/>
          </a:xfrm>
          <a:prstGeom prst="rect">
            <a:avLst/>
          </a:prstGeom>
        </p:spPr>
      </p:pic>
      <p:sp>
        <p:nvSpPr>
          <p:cNvPr id="17" name="TextBox 16">
            <a:extLst>
              <a:ext uri="{FF2B5EF4-FFF2-40B4-BE49-F238E27FC236}">
                <a16:creationId xmlns:a16="http://schemas.microsoft.com/office/drawing/2014/main" id="{222A41BC-AB02-502D-A85F-52BC1EC0505C}"/>
              </a:ext>
            </a:extLst>
          </p:cNvPr>
          <p:cNvSpPr txBox="1"/>
          <p:nvPr/>
        </p:nvSpPr>
        <p:spPr>
          <a:xfrm>
            <a:off x="7352186" y="2127394"/>
            <a:ext cx="482749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Open Sans"/>
                <a:cs typeface="Open Sans"/>
              </a:rPr>
              <a:t>You can find the mounted folder in the side</a:t>
            </a:r>
          </a:p>
          <a:p>
            <a:r>
              <a:rPr lang="en-US">
                <a:solidFill>
                  <a:schemeClr val="bg1"/>
                </a:solidFill>
                <a:ea typeface="Open Sans"/>
                <a:cs typeface="Open Sans"/>
              </a:rPr>
              <a:t>bar, where you can upload your files</a:t>
            </a:r>
          </a:p>
        </p:txBody>
      </p:sp>
      <p:cxnSp>
        <p:nvCxnSpPr>
          <p:cNvPr id="19" name="Straight Arrow Connector 18">
            <a:extLst>
              <a:ext uri="{FF2B5EF4-FFF2-40B4-BE49-F238E27FC236}">
                <a16:creationId xmlns:a16="http://schemas.microsoft.com/office/drawing/2014/main" id="{FBFE3D71-FB11-DB4E-8E5E-53A4442B13D8}"/>
              </a:ext>
            </a:extLst>
          </p:cNvPr>
          <p:cNvCxnSpPr/>
          <p:nvPr/>
        </p:nvCxnSpPr>
        <p:spPr>
          <a:xfrm flipV="1">
            <a:off x="4855434" y="5388837"/>
            <a:ext cx="515596" cy="4458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AE8215F-327B-A8AB-2B3C-8156E573D926}"/>
              </a:ext>
            </a:extLst>
          </p:cNvPr>
          <p:cNvCxnSpPr/>
          <p:nvPr/>
        </p:nvCxnSpPr>
        <p:spPr>
          <a:xfrm flipV="1">
            <a:off x="7504631" y="4747902"/>
            <a:ext cx="515596" cy="4458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0EA132A-5BEF-8842-1F6E-3D13D2681BCE}"/>
              </a:ext>
            </a:extLst>
          </p:cNvPr>
          <p:cNvCxnSpPr/>
          <p:nvPr/>
        </p:nvCxnSpPr>
        <p:spPr>
          <a:xfrm flipV="1">
            <a:off x="6942033" y="4747903"/>
            <a:ext cx="515596" cy="4458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985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Description automatically generated">
            <a:extLst>
              <a:ext uri="{FF2B5EF4-FFF2-40B4-BE49-F238E27FC236}">
                <a16:creationId xmlns:a16="http://schemas.microsoft.com/office/drawing/2014/main" id="{0D6CAA64-27CE-C426-27C3-03F38E6D70D4}"/>
              </a:ext>
            </a:extLst>
          </p:cNvPr>
          <p:cNvPicPr>
            <a:picLocks noChangeAspect="1"/>
          </p:cNvPicPr>
          <p:nvPr/>
        </p:nvPicPr>
        <p:blipFill>
          <a:blip r:embed="rId2"/>
          <a:stretch>
            <a:fillRect/>
          </a:stretch>
        </p:blipFill>
        <p:spPr>
          <a:xfrm>
            <a:off x="7643820" y="2453105"/>
            <a:ext cx="3441519" cy="3302001"/>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FC918180-85B9-B7E0-4C96-8E8BDAE3E9A3}"/>
              </a:ext>
            </a:extLst>
          </p:cNvPr>
          <p:cNvPicPr>
            <a:picLocks noChangeAspect="1"/>
          </p:cNvPicPr>
          <p:nvPr/>
        </p:nvPicPr>
        <p:blipFill>
          <a:blip r:embed="rId3"/>
          <a:stretch>
            <a:fillRect/>
          </a:stretch>
        </p:blipFill>
        <p:spPr>
          <a:xfrm>
            <a:off x="2624464" y="2453105"/>
            <a:ext cx="3306861" cy="3676315"/>
          </a:xfrm>
          <a:prstGeom prst="rect">
            <a:avLst/>
          </a:prstGeom>
        </p:spPr>
      </p:pic>
      <p:sp>
        <p:nvSpPr>
          <p:cNvPr id="2" name="Title 1">
            <a:extLst>
              <a:ext uri="{FF2B5EF4-FFF2-40B4-BE49-F238E27FC236}">
                <a16:creationId xmlns:a16="http://schemas.microsoft.com/office/drawing/2014/main" id="{CFE6ED4D-1C20-BC11-F70C-9D5743EB38D8}"/>
              </a:ext>
            </a:extLst>
          </p:cNvPr>
          <p:cNvSpPr>
            <a:spLocks noGrp="1"/>
          </p:cNvSpPr>
          <p:nvPr>
            <p:ph type="title"/>
          </p:nvPr>
        </p:nvSpPr>
        <p:spPr/>
        <p:txBody>
          <a:bodyPr>
            <a:normAutofit/>
          </a:bodyPr>
          <a:lstStyle/>
          <a:p>
            <a:r>
              <a:rPr lang="en-US">
                <a:ea typeface="Open Sans SemiBold"/>
                <a:cs typeface="Times New Roman"/>
              </a:rPr>
              <a:t>Upload or Download dataset</a:t>
            </a:r>
            <a:endParaRPr lang="en-US"/>
          </a:p>
        </p:txBody>
      </p:sp>
      <p:sp>
        <p:nvSpPr>
          <p:cNvPr id="4" name="TextBox 3">
            <a:extLst>
              <a:ext uri="{FF2B5EF4-FFF2-40B4-BE49-F238E27FC236}">
                <a16:creationId xmlns:a16="http://schemas.microsoft.com/office/drawing/2014/main" id="{9247771D-497A-A3E0-D0E3-D2A7240CD36D}"/>
              </a:ext>
            </a:extLst>
          </p:cNvPr>
          <p:cNvSpPr txBox="1"/>
          <p:nvPr/>
        </p:nvSpPr>
        <p:spPr>
          <a:xfrm>
            <a:off x="536469" y="1415792"/>
            <a:ext cx="1143257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2"/>
                </a:solidFill>
                <a:ea typeface="Open Sans"/>
                <a:cs typeface="Open Sans"/>
              </a:rPr>
              <a:t>If you have a large dataset, you can also upload or download it directly to your temporary session</a:t>
            </a:r>
            <a:endParaRPr lang="en-US">
              <a:solidFill>
                <a:schemeClr val="bg2"/>
              </a:solidFill>
            </a:endParaRPr>
          </a:p>
        </p:txBody>
      </p:sp>
      <p:sp>
        <p:nvSpPr>
          <p:cNvPr id="14" name="TextBox 13">
            <a:extLst>
              <a:ext uri="{FF2B5EF4-FFF2-40B4-BE49-F238E27FC236}">
                <a16:creationId xmlns:a16="http://schemas.microsoft.com/office/drawing/2014/main" id="{78FCC6F1-445F-EC3F-81BF-E1CB0A5B52BE}"/>
              </a:ext>
            </a:extLst>
          </p:cNvPr>
          <p:cNvSpPr txBox="1"/>
          <p:nvPr/>
        </p:nvSpPr>
        <p:spPr>
          <a:xfrm>
            <a:off x="538040" y="2454921"/>
            <a:ext cx="1864016"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Open Sans"/>
                <a:cs typeface="Open Sans"/>
              </a:rPr>
              <a:t>View your usage here</a:t>
            </a:r>
          </a:p>
          <a:p>
            <a:r>
              <a:rPr lang="en-US">
                <a:solidFill>
                  <a:schemeClr val="bg1"/>
                </a:solidFill>
                <a:highlight>
                  <a:srgbClr val="FFFF00"/>
                </a:highlight>
                <a:ea typeface="Open Sans"/>
                <a:cs typeface="Open Sans"/>
              </a:rPr>
              <a:t>(Notice: you do have a time limitation to use the GPU session, after that, you will lost all your temporary data)</a:t>
            </a:r>
          </a:p>
        </p:txBody>
      </p:sp>
      <p:sp>
        <p:nvSpPr>
          <p:cNvPr id="17" name="TextBox 16">
            <a:extLst>
              <a:ext uri="{FF2B5EF4-FFF2-40B4-BE49-F238E27FC236}">
                <a16:creationId xmlns:a16="http://schemas.microsoft.com/office/drawing/2014/main" id="{222A41BC-AB02-502D-A85F-52BC1EC0505C}"/>
              </a:ext>
            </a:extLst>
          </p:cNvPr>
          <p:cNvSpPr txBox="1"/>
          <p:nvPr/>
        </p:nvSpPr>
        <p:spPr>
          <a:xfrm>
            <a:off x="7539344" y="2080605"/>
            <a:ext cx="482749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Open Sans"/>
                <a:cs typeface="Open Sans"/>
              </a:rPr>
              <a:t>Right click the folder and select upload</a:t>
            </a:r>
            <a:endParaRPr lang="en-US">
              <a:solidFill>
                <a:schemeClr val="bg1"/>
              </a:solidFill>
            </a:endParaRPr>
          </a:p>
        </p:txBody>
      </p:sp>
      <p:cxnSp>
        <p:nvCxnSpPr>
          <p:cNvPr id="19" name="Straight Arrow Connector 18">
            <a:extLst>
              <a:ext uri="{FF2B5EF4-FFF2-40B4-BE49-F238E27FC236}">
                <a16:creationId xmlns:a16="http://schemas.microsoft.com/office/drawing/2014/main" id="{FBFE3D71-FB11-DB4E-8E5E-53A4442B13D8}"/>
              </a:ext>
            </a:extLst>
          </p:cNvPr>
          <p:cNvCxnSpPr/>
          <p:nvPr/>
        </p:nvCxnSpPr>
        <p:spPr>
          <a:xfrm flipV="1">
            <a:off x="4293960" y="2748574"/>
            <a:ext cx="515596" cy="4458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0EA132A-5BEF-8842-1F6E-3D13D2681BCE}"/>
              </a:ext>
            </a:extLst>
          </p:cNvPr>
          <p:cNvCxnSpPr/>
          <p:nvPr/>
        </p:nvCxnSpPr>
        <p:spPr>
          <a:xfrm flipV="1">
            <a:off x="8566296" y="4052744"/>
            <a:ext cx="515596" cy="4458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1352ABD9-0617-CC00-9686-2C5EDC481A84}"/>
              </a:ext>
            </a:extLst>
          </p:cNvPr>
          <p:cNvCxnSpPr>
            <a:cxnSpLocks/>
          </p:cNvCxnSpPr>
          <p:nvPr/>
        </p:nvCxnSpPr>
        <p:spPr>
          <a:xfrm flipV="1">
            <a:off x="4574697" y="5248468"/>
            <a:ext cx="515596" cy="4458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9B32FA1B-4E9A-A80A-6FEB-61AC8B232DB4}"/>
              </a:ext>
            </a:extLst>
          </p:cNvPr>
          <p:cNvCxnSpPr>
            <a:cxnSpLocks/>
          </p:cNvCxnSpPr>
          <p:nvPr/>
        </p:nvCxnSpPr>
        <p:spPr>
          <a:xfrm flipV="1">
            <a:off x="5015854" y="3670994"/>
            <a:ext cx="515596" cy="4458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1093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DB759-C4A1-70D6-00FE-742509EF1DD0}"/>
              </a:ext>
            </a:extLst>
          </p:cNvPr>
          <p:cNvSpPr>
            <a:spLocks noGrp="1"/>
          </p:cNvSpPr>
          <p:nvPr>
            <p:ph type="title"/>
          </p:nvPr>
        </p:nvSpPr>
        <p:spPr/>
        <p:txBody>
          <a:bodyPr/>
          <a:lstStyle/>
          <a:p>
            <a:r>
              <a:rPr lang="en-US">
                <a:ea typeface="Open Sans SemiBold"/>
                <a:cs typeface="Open Sans SemiBold"/>
              </a:rPr>
              <a:t>Upload or Download dataset</a:t>
            </a:r>
            <a:endParaRPr lang="en-US">
              <a:solidFill>
                <a:srgbClr val="000000"/>
              </a:solidFill>
              <a:ea typeface="Open Sans SemiBold"/>
              <a:cs typeface="Open Sans SemiBold"/>
            </a:endParaRPr>
          </a:p>
        </p:txBody>
      </p:sp>
      <p:sp>
        <p:nvSpPr>
          <p:cNvPr id="3" name="Content Placeholder 2">
            <a:extLst>
              <a:ext uri="{FF2B5EF4-FFF2-40B4-BE49-F238E27FC236}">
                <a16:creationId xmlns:a16="http://schemas.microsoft.com/office/drawing/2014/main" id="{7BADA07E-BC4D-7D9E-19D0-B696E1766D18}"/>
              </a:ext>
            </a:extLst>
          </p:cNvPr>
          <p:cNvSpPr>
            <a:spLocks noGrp="1"/>
          </p:cNvSpPr>
          <p:nvPr>
            <p:ph idx="1"/>
          </p:nvPr>
        </p:nvSpPr>
        <p:spPr>
          <a:xfrm>
            <a:off x="838200" y="1463590"/>
            <a:ext cx="10515600" cy="4187524"/>
          </a:xfrm>
        </p:spPr>
        <p:txBody>
          <a:bodyPr vert="horz" lIns="91440" tIns="45720" rIns="91440" bIns="45720" rtlCol="0" anchor="t">
            <a:normAutofit/>
          </a:bodyPr>
          <a:lstStyle/>
          <a:p>
            <a:r>
              <a:rPr lang="en-US">
                <a:latin typeface="Times New Roman"/>
                <a:cs typeface="Times New Roman"/>
              </a:rPr>
              <a:t>Or, you can download your dataset from URL to your session.</a:t>
            </a:r>
          </a:p>
          <a:p>
            <a:r>
              <a:rPr lang="en-US">
                <a:latin typeface="Times New Roman"/>
                <a:cs typeface="Times New Roman"/>
              </a:rPr>
              <a:t>Google </a:t>
            </a:r>
            <a:r>
              <a:rPr lang="en-US" err="1">
                <a:latin typeface="Times New Roman"/>
                <a:cs typeface="Times New Roman"/>
              </a:rPr>
              <a:t>Colab</a:t>
            </a:r>
            <a:r>
              <a:rPr lang="en-US">
                <a:latin typeface="Times New Roman"/>
                <a:cs typeface="Times New Roman"/>
              </a:rPr>
              <a:t> supports </a:t>
            </a:r>
            <a:r>
              <a:rPr lang="en-US" err="1">
                <a:latin typeface="Times New Roman"/>
                <a:cs typeface="Times New Roman"/>
              </a:rPr>
              <a:t>linux</a:t>
            </a:r>
            <a:r>
              <a:rPr lang="en-US">
                <a:latin typeface="Times New Roman"/>
                <a:cs typeface="Times New Roman"/>
              </a:rPr>
              <a:t> commands in the code block with a suffix "!" (use "%cd" to change directory), for example, use "!</a:t>
            </a:r>
            <a:r>
              <a:rPr lang="en-US" err="1">
                <a:latin typeface="Times New Roman"/>
                <a:cs typeface="Times New Roman"/>
              </a:rPr>
              <a:t>wget</a:t>
            </a:r>
            <a:r>
              <a:rPr lang="en-US">
                <a:latin typeface="Times New Roman"/>
                <a:cs typeface="Times New Roman"/>
              </a:rPr>
              <a:t>" to download files</a:t>
            </a:r>
          </a:p>
          <a:p>
            <a:endParaRPr lang="en-US"/>
          </a:p>
        </p:txBody>
      </p:sp>
      <p:pic>
        <p:nvPicPr>
          <p:cNvPr id="5" name="Picture 4" descr="A screenshot of a computer code&#10;&#10;Description automatically generated">
            <a:extLst>
              <a:ext uri="{FF2B5EF4-FFF2-40B4-BE49-F238E27FC236}">
                <a16:creationId xmlns:a16="http://schemas.microsoft.com/office/drawing/2014/main" id="{C3968D53-B36D-B97F-9283-9A53A6F84971}"/>
              </a:ext>
            </a:extLst>
          </p:cNvPr>
          <p:cNvPicPr>
            <a:picLocks noChangeAspect="1"/>
          </p:cNvPicPr>
          <p:nvPr/>
        </p:nvPicPr>
        <p:blipFill>
          <a:blip r:embed="rId2"/>
          <a:stretch>
            <a:fillRect/>
          </a:stretch>
        </p:blipFill>
        <p:spPr>
          <a:xfrm>
            <a:off x="835526" y="3792579"/>
            <a:ext cx="10360527" cy="2481259"/>
          </a:xfrm>
          <a:prstGeom prst="rect">
            <a:avLst/>
          </a:prstGeom>
        </p:spPr>
      </p:pic>
      <p:sp>
        <p:nvSpPr>
          <p:cNvPr id="6" name="TextBox 5">
            <a:extLst>
              <a:ext uri="{FF2B5EF4-FFF2-40B4-BE49-F238E27FC236}">
                <a16:creationId xmlns:a16="http://schemas.microsoft.com/office/drawing/2014/main" id="{5530A85E-46D0-0A5B-C30D-DEEF3B0ED06F}"/>
              </a:ext>
            </a:extLst>
          </p:cNvPr>
          <p:cNvSpPr txBox="1"/>
          <p:nvPr/>
        </p:nvSpPr>
        <p:spPr>
          <a:xfrm>
            <a:off x="1108242" y="3387558"/>
            <a:ext cx="889935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Open Sans"/>
                <a:ea typeface="Open Sans"/>
                <a:cs typeface="Courier New"/>
              </a:rPr>
              <a:t>!</a:t>
            </a:r>
            <a:r>
              <a:rPr lang="en-US" sz="1600" err="1">
                <a:solidFill>
                  <a:schemeClr val="bg1"/>
                </a:solidFill>
                <a:latin typeface="Open Sans"/>
                <a:ea typeface="Open Sans"/>
                <a:cs typeface="Courier New"/>
              </a:rPr>
              <a:t>wget</a:t>
            </a:r>
            <a:r>
              <a:rPr lang="en-US" sz="1600">
                <a:solidFill>
                  <a:schemeClr val="bg1"/>
                </a:solidFill>
                <a:latin typeface="Open Sans"/>
                <a:ea typeface="Open Sans"/>
                <a:cs typeface="Courier New"/>
              </a:rPr>
              <a:t> https://www.cs.toronto.edu/~kriz/cifar-100-python.tar.gz -P /content/</a:t>
            </a:r>
            <a:r>
              <a:rPr lang="en-US" sz="1600" err="1">
                <a:solidFill>
                  <a:schemeClr val="bg1"/>
                </a:solidFill>
                <a:latin typeface="Open Sans"/>
                <a:ea typeface="Open Sans"/>
                <a:cs typeface="Courier New"/>
              </a:rPr>
              <a:t>sample_data</a:t>
            </a:r>
            <a:r>
              <a:rPr lang="en-US" sz="1600">
                <a:solidFill>
                  <a:schemeClr val="bg1"/>
                </a:solidFill>
                <a:latin typeface="Open Sans"/>
                <a:ea typeface="Open Sans"/>
                <a:cs typeface="Courier New"/>
              </a:rPr>
              <a:t>/</a:t>
            </a:r>
          </a:p>
        </p:txBody>
      </p:sp>
    </p:spTree>
    <p:extLst>
      <p:ext uri="{BB962C8B-B14F-4D97-AF65-F5344CB8AC3E}">
        <p14:creationId xmlns:p14="http://schemas.microsoft.com/office/powerpoint/2010/main" val="1933222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DB759-C4A1-70D6-00FE-742509EF1DD0}"/>
              </a:ext>
            </a:extLst>
          </p:cNvPr>
          <p:cNvSpPr>
            <a:spLocks noGrp="1"/>
          </p:cNvSpPr>
          <p:nvPr>
            <p:ph type="title"/>
          </p:nvPr>
        </p:nvSpPr>
        <p:spPr/>
        <p:txBody>
          <a:bodyPr/>
          <a:lstStyle/>
          <a:p>
            <a:r>
              <a:rPr lang="en-US">
                <a:solidFill>
                  <a:srgbClr val="782F40"/>
                </a:solidFill>
                <a:ea typeface="Open Sans SemiBold"/>
                <a:cs typeface="Open Sans SemiBold"/>
              </a:rPr>
              <a:t>Read files</a:t>
            </a:r>
          </a:p>
        </p:txBody>
      </p:sp>
      <p:pic>
        <p:nvPicPr>
          <p:cNvPr id="8" name="Content Placeholder 7" descr="A screenshot of a computer&#10;&#10;Description automatically generated">
            <a:extLst>
              <a:ext uri="{FF2B5EF4-FFF2-40B4-BE49-F238E27FC236}">
                <a16:creationId xmlns:a16="http://schemas.microsoft.com/office/drawing/2014/main" id="{9350B7EE-30F5-6B7E-FAF1-33D32EEBB409}"/>
              </a:ext>
            </a:extLst>
          </p:cNvPr>
          <p:cNvPicPr>
            <a:picLocks noGrp="1" noChangeAspect="1"/>
          </p:cNvPicPr>
          <p:nvPr>
            <p:ph idx="1"/>
          </p:nvPr>
        </p:nvPicPr>
        <p:blipFill>
          <a:blip r:embed="rId2"/>
          <a:stretch>
            <a:fillRect/>
          </a:stretch>
        </p:blipFill>
        <p:spPr>
          <a:xfrm>
            <a:off x="4635939" y="1416801"/>
            <a:ext cx="7077701" cy="4642050"/>
          </a:xfrm>
        </p:spPr>
      </p:pic>
      <p:sp>
        <p:nvSpPr>
          <p:cNvPr id="9" name="TextBox 8">
            <a:extLst>
              <a:ext uri="{FF2B5EF4-FFF2-40B4-BE49-F238E27FC236}">
                <a16:creationId xmlns:a16="http://schemas.microsoft.com/office/drawing/2014/main" id="{06AF5324-32D4-3CCC-4BA1-A3CFB2452357}"/>
              </a:ext>
            </a:extLst>
          </p:cNvPr>
          <p:cNvSpPr txBox="1"/>
          <p:nvPr/>
        </p:nvSpPr>
        <p:spPr>
          <a:xfrm>
            <a:off x="705546" y="1578442"/>
            <a:ext cx="3714252"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Open Sans"/>
                <a:cs typeface="Open Sans"/>
              </a:rPr>
              <a:t>Use "%cd" enter into the folder contains your dataset,</a:t>
            </a:r>
          </a:p>
          <a:p>
            <a:endParaRPr lang="en-US">
              <a:solidFill>
                <a:schemeClr val="bg1"/>
              </a:solidFill>
              <a:ea typeface="Open Sans"/>
              <a:cs typeface="Open Sans"/>
            </a:endParaRPr>
          </a:p>
          <a:p>
            <a:r>
              <a:rPr lang="en-US">
                <a:solidFill>
                  <a:schemeClr val="bg1"/>
                </a:solidFill>
                <a:ea typeface="Open Sans"/>
                <a:cs typeface="Open Sans"/>
              </a:rPr>
              <a:t>Use "!unzip" to unzip the file</a:t>
            </a:r>
          </a:p>
          <a:p>
            <a:endParaRPr lang="en-US">
              <a:solidFill>
                <a:schemeClr val="bg1"/>
              </a:solidFill>
              <a:ea typeface="Open Sans"/>
              <a:cs typeface="Open Sans"/>
            </a:endParaRPr>
          </a:p>
          <a:p>
            <a:r>
              <a:rPr lang="en-US">
                <a:solidFill>
                  <a:schemeClr val="bg1"/>
                </a:solidFill>
                <a:ea typeface="Open Sans"/>
                <a:cs typeface="Open Sans"/>
              </a:rPr>
              <a:t>Use matplotlib to read and show image</a:t>
            </a:r>
          </a:p>
        </p:txBody>
      </p:sp>
    </p:spTree>
    <p:extLst>
      <p:ext uri="{BB962C8B-B14F-4D97-AF65-F5344CB8AC3E}">
        <p14:creationId xmlns:p14="http://schemas.microsoft.com/office/powerpoint/2010/main" val="3175896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DB759-C4A1-70D6-00FE-742509EF1DD0}"/>
              </a:ext>
            </a:extLst>
          </p:cNvPr>
          <p:cNvSpPr>
            <a:spLocks noGrp="1"/>
          </p:cNvSpPr>
          <p:nvPr>
            <p:ph type="title"/>
          </p:nvPr>
        </p:nvSpPr>
        <p:spPr/>
        <p:txBody>
          <a:bodyPr/>
          <a:lstStyle/>
          <a:p>
            <a:r>
              <a:rPr lang="en-US">
                <a:solidFill>
                  <a:srgbClr val="782F40"/>
                </a:solidFill>
                <a:ea typeface="Open Sans SemiBold"/>
                <a:cs typeface="Open Sans SemiBold"/>
              </a:rPr>
              <a:t>Attention:</a:t>
            </a:r>
            <a:endParaRPr lang="en-US"/>
          </a:p>
        </p:txBody>
      </p:sp>
      <p:sp>
        <p:nvSpPr>
          <p:cNvPr id="4" name="Content Placeholder 3">
            <a:extLst>
              <a:ext uri="{FF2B5EF4-FFF2-40B4-BE49-F238E27FC236}">
                <a16:creationId xmlns:a16="http://schemas.microsoft.com/office/drawing/2014/main" id="{35C8E12B-E6C7-7EFE-F507-9A50475E33B5}"/>
              </a:ext>
            </a:extLst>
          </p:cNvPr>
          <p:cNvSpPr>
            <a:spLocks noGrp="1"/>
          </p:cNvSpPr>
          <p:nvPr>
            <p:ph idx="1"/>
          </p:nvPr>
        </p:nvSpPr>
        <p:spPr>
          <a:xfrm>
            <a:off x="5704305" y="1416801"/>
            <a:ext cx="6351337" cy="4575208"/>
          </a:xfrm>
        </p:spPr>
        <p:txBody>
          <a:bodyPr vert="horz" lIns="91440" tIns="45720" rIns="91440" bIns="45720" rtlCol="0" anchor="t">
            <a:normAutofit fontScale="85000" lnSpcReduction="10000"/>
          </a:bodyPr>
          <a:lstStyle/>
          <a:p>
            <a:r>
              <a:rPr lang="en-US" dirty="0">
                <a:latin typeface="Times New Roman"/>
                <a:cs typeface="Times New Roman"/>
              </a:rPr>
              <a:t>Google </a:t>
            </a:r>
            <a:r>
              <a:rPr lang="en-US" dirty="0" err="1">
                <a:latin typeface="Times New Roman"/>
                <a:cs typeface="Times New Roman"/>
              </a:rPr>
              <a:t>Colab</a:t>
            </a:r>
            <a:r>
              <a:rPr lang="en-US" dirty="0">
                <a:latin typeface="Times New Roman"/>
                <a:cs typeface="Times New Roman"/>
              </a:rPr>
              <a:t> notebooks have an idle timeout of 90 minutes and absolute timeout of 12 hours. </a:t>
            </a:r>
          </a:p>
          <a:p>
            <a:r>
              <a:rPr lang="en-US" dirty="0">
                <a:latin typeface="Times New Roman"/>
                <a:cs typeface="Times New Roman"/>
              </a:rPr>
              <a:t>This means, if user does not interact with his Google </a:t>
            </a:r>
            <a:r>
              <a:rPr lang="en-US" dirty="0" err="1">
                <a:latin typeface="Times New Roman"/>
                <a:cs typeface="Times New Roman"/>
              </a:rPr>
              <a:t>Colab</a:t>
            </a:r>
            <a:r>
              <a:rPr lang="en-US" dirty="0">
                <a:latin typeface="Times New Roman"/>
                <a:cs typeface="Times New Roman"/>
              </a:rPr>
              <a:t> notebook for more than 90 minutes, its instance is automatically terminated. </a:t>
            </a:r>
          </a:p>
          <a:p>
            <a:r>
              <a:rPr lang="en-US" dirty="0">
                <a:latin typeface="Times New Roman"/>
                <a:cs typeface="Times New Roman"/>
              </a:rPr>
              <a:t>Maximum lifetime of a </a:t>
            </a:r>
            <a:r>
              <a:rPr lang="en-US" dirty="0" err="1">
                <a:latin typeface="Times New Roman"/>
                <a:cs typeface="Times New Roman"/>
              </a:rPr>
              <a:t>Colab</a:t>
            </a:r>
            <a:r>
              <a:rPr lang="en-US" dirty="0">
                <a:latin typeface="Times New Roman"/>
                <a:cs typeface="Times New Roman"/>
              </a:rPr>
              <a:t> instance:12 hours.</a:t>
            </a:r>
            <a:endParaRPr lang="en-US" dirty="0"/>
          </a:p>
          <a:p>
            <a:r>
              <a:rPr lang="en-US" dirty="0">
                <a:latin typeface="Times New Roman"/>
                <a:cs typeface="Times New Roman"/>
              </a:rPr>
              <a:t>To keep your </a:t>
            </a:r>
            <a:r>
              <a:rPr lang="en-US" dirty="0" err="1">
                <a:latin typeface="Times New Roman"/>
                <a:cs typeface="Times New Roman"/>
              </a:rPr>
              <a:t>colab</a:t>
            </a:r>
            <a:r>
              <a:rPr lang="en-US" dirty="0">
                <a:latin typeface="Times New Roman"/>
                <a:cs typeface="Times New Roman"/>
              </a:rPr>
              <a:t> active: try </a:t>
            </a:r>
            <a:r>
              <a:rPr lang="en-US" dirty="0">
                <a:latin typeface="Times New Roman"/>
                <a:cs typeface="Times New Roman"/>
                <a:hlinkClick r:id="rId2"/>
              </a:rPr>
              <a:t>https://stackoverflow.com/questions/57113226/how-can-i-prevent-google-colab-from-disconnecting</a:t>
            </a:r>
          </a:p>
          <a:p>
            <a:r>
              <a:rPr lang="en-US" dirty="0">
                <a:latin typeface="Times New Roman"/>
                <a:cs typeface="Times New Roman"/>
              </a:rPr>
              <a:t>There is a cooldown period, so you may have to use multiple free accounts</a:t>
            </a:r>
            <a:endParaRPr lang="en-US" dirty="0"/>
          </a:p>
        </p:txBody>
      </p:sp>
      <p:pic>
        <p:nvPicPr>
          <p:cNvPr id="3" name="Picture 2" descr="A cartoon of a child and a brain&#10;&#10;Description automatically generated">
            <a:extLst>
              <a:ext uri="{FF2B5EF4-FFF2-40B4-BE49-F238E27FC236}">
                <a16:creationId xmlns:a16="http://schemas.microsoft.com/office/drawing/2014/main" id="{B631BA5E-5BD3-27F4-8F14-09FD2E62B57B}"/>
              </a:ext>
            </a:extLst>
          </p:cNvPr>
          <p:cNvPicPr>
            <a:picLocks noChangeAspect="1"/>
          </p:cNvPicPr>
          <p:nvPr/>
        </p:nvPicPr>
        <p:blipFill>
          <a:blip r:embed="rId3"/>
          <a:stretch>
            <a:fillRect/>
          </a:stretch>
        </p:blipFill>
        <p:spPr>
          <a:xfrm>
            <a:off x="787399" y="1416686"/>
            <a:ext cx="4527884" cy="4552682"/>
          </a:xfrm>
          <a:prstGeom prst="rect">
            <a:avLst/>
          </a:prstGeom>
        </p:spPr>
      </p:pic>
    </p:spTree>
    <p:extLst>
      <p:ext uri="{BB962C8B-B14F-4D97-AF65-F5344CB8AC3E}">
        <p14:creationId xmlns:p14="http://schemas.microsoft.com/office/powerpoint/2010/main" val="318703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DB759-C4A1-70D6-00FE-742509EF1DD0}"/>
              </a:ext>
            </a:extLst>
          </p:cNvPr>
          <p:cNvSpPr>
            <a:spLocks noGrp="1"/>
          </p:cNvSpPr>
          <p:nvPr>
            <p:ph type="title"/>
          </p:nvPr>
        </p:nvSpPr>
        <p:spPr/>
        <p:txBody>
          <a:bodyPr/>
          <a:lstStyle/>
          <a:p>
            <a:r>
              <a:rPr lang="en-US">
                <a:solidFill>
                  <a:srgbClr val="782F40"/>
                </a:solidFill>
                <a:ea typeface="Open Sans SemiBold"/>
                <a:cs typeface="Open Sans SemiBold"/>
              </a:rPr>
              <a:t>Alternatives</a:t>
            </a:r>
            <a:endParaRPr lang="en-US"/>
          </a:p>
        </p:txBody>
      </p:sp>
      <p:sp>
        <p:nvSpPr>
          <p:cNvPr id="4" name="Content Placeholder 3">
            <a:extLst>
              <a:ext uri="{FF2B5EF4-FFF2-40B4-BE49-F238E27FC236}">
                <a16:creationId xmlns:a16="http://schemas.microsoft.com/office/drawing/2014/main" id="{35C8E12B-E6C7-7EFE-F507-9A50475E33B5}"/>
              </a:ext>
            </a:extLst>
          </p:cNvPr>
          <p:cNvSpPr>
            <a:spLocks noGrp="1"/>
          </p:cNvSpPr>
          <p:nvPr>
            <p:ph idx="1"/>
          </p:nvPr>
        </p:nvSpPr>
        <p:spPr/>
        <p:txBody>
          <a:bodyPr vert="horz" lIns="91440" tIns="45720" rIns="91440" bIns="45720" rtlCol="0" anchor="t">
            <a:normAutofit/>
          </a:bodyPr>
          <a:lstStyle/>
          <a:p>
            <a:r>
              <a:rPr lang="en-US" dirty="0" err="1">
                <a:latin typeface="Times New Roman"/>
                <a:cs typeface="Times New Roman"/>
              </a:rPr>
              <a:t>Paperspace</a:t>
            </a:r>
            <a:r>
              <a:rPr lang="en-US" dirty="0">
                <a:latin typeface="Times New Roman"/>
                <a:cs typeface="Times New Roman"/>
              </a:rPr>
              <a:t> (Plan or on-demand instance): for example, free plan or $8 month for faster free GPU: </a:t>
            </a:r>
            <a:r>
              <a:rPr lang="en-US" dirty="0">
                <a:latin typeface="Times New Roman"/>
                <a:cs typeface="Times New Roman"/>
                <a:hlinkClick r:id="rId2"/>
              </a:rPr>
              <a:t>https://www.paperspace.com</a:t>
            </a:r>
            <a:endParaRPr lang="en-US" dirty="0">
              <a:latin typeface="Times New Roman"/>
              <a:cs typeface="Times New Roman"/>
            </a:endParaRPr>
          </a:p>
          <a:p>
            <a:r>
              <a:rPr lang="en-US" dirty="0" err="1">
                <a:latin typeface="Times New Roman"/>
                <a:cs typeface="Times New Roman"/>
              </a:rPr>
              <a:t>VastAI</a:t>
            </a:r>
            <a:r>
              <a:rPr lang="en-US" dirty="0">
                <a:latin typeface="Times New Roman"/>
                <a:cs typeface="Times New Roman"/>
              </a:rPr>
              <a:t> - Similar to above: </a:t>
            </a:r>
            <a:r>
              <a:rPr lang="en-US" dirty="0">
                <a:latin typeface="Times New Roman"/>
                <a:cs typeface="Times New Roman"/>
                <a:hlinkClick r:id="rId3"/>
              </a:rPr>
              <a:t>https://vast.ai</a:t>
            </a:r>
            <a:endParaRPr lang="en-US" dirty="0">
              <a:hlinkClick r:id="rId4"/>
            </a:endParaRPr>
          </a:p>
          <a:p>
            <a:r>
              <a:rPr lang="en-US" dirty="0">
                <a:latin typeface="Times New Roman"/>
                <a:cs typeface="Times New Roman"/>
              </a:rPr>
              <a:t>Google Cloud, </a:t>
            </a:r>
            <a:r>
              <a:rPr lang="en-US" dirty="0" err="1">
                <a:latin typeface="Times New Roman"/>
                <a:cs typeface="Times New Roman"/>
              </a:rPr>
              <a:t>PyTorch</a:t>
            </a:r>
            <a:r>
              <a:rPr lang="en-US" dirty="0">
                <a:latin typeface="Times New Roman"/>
                <a:cs typeface="Times New Roman"/>
              </a:rPr>
              <a:t> lighting, or AWS, etc...</a:t>
            </a:r>
          </a:p>
          <a:p>
            <a:r>
              <a:rPr lang="en-US" dirty="0">
                <a:latin typeface="Times New Roman"/>
                <a:cs typeface="Times New Roman"/>
              </a:rPr>
              <a:t>Notice: If you have a good gaming PC that have RTX 4090, etc. You can always use your own PC for training. (For environment setup, please refer to the pre-requisite part)</a:t>
            </a:r>
            <a:endParaRPr lang="en-US" dirty="0"/>
          </a:p>
        </p:txBody>
      </p:sp>
    </p:spTree>
    <p:extLst>
      <p:ext uri="{BB962C8B-B14F-4D97-AF65-F5344CB8AC3E}">
        <p14:creationId xmlns:p14="http://schemas.microsoft.com/office/powerpoint/2010/main" val="4138756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5C8B8-DA2E-A5D7-9423-22B10B41019F}"/>
              </a:ext>
            </a:extLst>
          </p:cNvPr>
          <p:cNvSpPr>
            <a:spLocks noGrp="1"/>
          </p:cNvSpPr>
          <p:nvPr>
            <p:ph type="title"/>
          </p:nvPr>
        </p:nvSpPr>
        <p:spPr/>
        <p:txBody>
          <a:bodyPr/>
          <a:lstStyle/>
          <a:p>
            <a:r>
              <a:rPr lang="en-US" dirty="0" err="1">
                <a:solidFill>
                  <a:srgbClr val="FFFFFF"/>
                </a:solidFill>
                <a:latin typeface="Open Sans SemiBold"/>
                <a:ea typeface="Open Sans SemiBold"/>
                <a:cs typeface="Times New Roman"/>
              </a:rPr>
              <a:t>PyTorch</a:t>
            </a:r>
            <a:r>
              <a:rPr lang="en-US" dirty="0">
                <a:solidFill>
                  <a:srgbClr val="FFFFFF"/>
                </a:solidFill>
                <a:latin typeface="Open Sans SemiBold"/>
                <a:ea typeface="Open Sans SemiBold"/>
                <a:cs typeface="Times New Roman"/>
              </a:rPr>
              <a:t> Basic</a:t>
            </a:r>
            <a:endParaRPr lang="en-US" dirty="0"/>
          </a:p>
        </p:txBody>
      </p:sp>
      <p:sp>
        <p:nvSpPr>
          <p:cNvPr id="3" name="Text Placeholder 2">
            <a:extLst>
              <a:ext uri="{FF2B5EF4-FFF2-40B4-BE49-F238E27FC236}">
                <a16:creationId xmlns:a16="http://schemas.microsoft.com/office/drawing/2014/main" id="{C6507FC3-AA4F-645E-A570-71497544B811}"/>
              </a:ext>
            </a:extLst>
          </p:cNvPr>
          <p:cNvSpPr>
            <a:spLocks noGrp="1"/>
          </p:cNvSpPr>
          <p:nvPr>
            <p:ph type="body" idx="1"/>
          </p:nvPr>
        </p:nvSpPr>
        <p:spPr>
          <a:xfrm>
            <a:off x="831850" y="4568869"/>
            <a:ext cx="10515600" cy="1795375"/>
          </a:xfrm>
        </p:spPr>
        <p:txBody>
          <a:bodyPr vert="horz" lIns="91440" tIns="45720" rIns="91440" bIns="45720" rtlCol="0" anchor="t">
            <a:normAutofit/>
          </a:bodyPr>
          <a:lstStyle/>
          <a:p>
            <a:pPr marL="457200" indent="-457200">
              <a:buAutoNum type="arabicPeriod"/>
            </a:pPr>
            <a:r>
              <a:rPr lang="en-US" dirty="0">
                <a:latin typeface="Times New Roman"/>
                <a:cs typeface="Times New Roman"/>
              </a:rPr>
              <a:t>Introduction: </a:t>
            </a:r>
            <a:endParaRPr lang="en-US" dirty="0" err="1"/>
          </a:p>
          <a:p>
            <a:pPr marL="914400" lvl="1" indent="-457200">
              <a:buFont typeface="Courier New"/>
              <a:buChar char="o"/>
            </a:pPr>
            <a:r>
              <a:rPr lang="en-US" dirty="0">
                <a:solidFill>
                  <a:srgbClr val="CEB888"/>
                </a:solidFill>
                <a:latin typeface="Times New Roman"/>
                <a:cs typeface="Times New Roman"/>
              </a:rPr>
              <a:t>Basic Concepts, Build your network, Pipelines for training/testing/saving/loading model</a:t>
            </a:r>
            <a:endParaRPr lang="en-US" dirty="0">
              <a:solidFill>
                <a:srgbClr val="CEB888"/>
              </a:solidFill>
            </a:endParaRPr>
          </a:p>
          <a:p>
            <a:pPr marL="457200" indent="-457200">
              <a:buFont typeface="Arial" panose="020B0604020202020204" pitchFamily="34" charset="0"/>
              <a:buAutoNum type="arabicPeriod"/>
            </a:pPr>
            <a:r>
              <a:rPr lang="en-US" dirty="0" err="1">
                <a:latin typeface="Times New Roman"/>
                <a:cs typeface="Times New Roman"/>
              </a:rPr>
              <a:t>PyTorch</a:t>
            </a:r>
            <a:r>
              <a:rPr lang="en-US" dirty="0">
                <a:latin typeface="Times New Roman"/>
                <a:cs typeface="Times New Roman"/>
              </a:rPr>
              <a:t> Documentation</a:t>
            </a:r>
            <a:endParaRPr lang="en-US" dirty="0">
              <a:solidFill>
                <a:srgbClr val="CEB888"/>
              </a:solidFill>
              <a:latin typeface="Times New Roman"/>
              <a:cs typeface="Times New Roman"/>
            </a:endParaRPr>
          </a:p>
        </p:txBody>
      </p:sp>
    </p:spTree>
    <p:extLst>
      <p:ext uri="{BB962C8B-B14F-4D97-AF65-F5344CB8AC3E}">
        <p14:creationId xmlns:p14="http://schemas.microsoft.com/office/powerpoint/2010/main" val="3965393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F1CB-1620-2388-81DB-405F8972CCC8}"/>
              </a:ext>
            </a:extLst>
          </p:cNvPr>
          <p:cNvSpPr>
            <a:spLocks noGrp="1"/>
          </p:cNvSpPr>
          <p:nvPr>
            <p:ph type="title"/>
          </p:nvPr>
        </p:nvSpPr>
        <p:spPr/>
        <p:txBody>
          <a:bodyPr/>
          <a:lstStyle/>
          <a:p>
            <a:r>
              <a:rPr lang="en-US" dirty="0" err="1">
                <a:ea typeface="Open Sans SemiBold"/>
                <a:cs typeface="Times New Roman"/>
              </a:rPr>
              <a:t>PyTorch</a:t>
            </a:r>
            <a:r>
              <a:rPr lang="en-US" dirty="0">
                <a:ea typeface="Open Sans SemiBold"/>
                <a:cs typeface="Times New Roman"/>
              </a:rPr>
              <a:t> Introduction</a:t>
            </a:r>
            <a:endParaRPr lang="en-US" dirty="0"/>
          </a:p>
        </p:txBody>
      </p:sp>
      <p:pic>
        <p:nvPicPr>
          <p:cNvPr id="4" name="Content Placeholder 3" descr="Featued image for: The Ultimate Guide to Machine Learning Frameworks">
            <a:extLst>
              <a:ext uri="{FF2B5EF4-FFF2-40B4-BE49-F238E27FC236}">
                <a16:creationId xmlns:a16="http://schemas.microsoft.com/office/drawing/2014/main" id="{3CE21C4A-3C88-E4AD-29DC-456F44A6F641}"/>
              </a:ext>
            </a:extLst>
          </p:cNvPr>
          <p:cNvPicPr>
            <a:picLocks noGrp="1" noChangeAspect="1"/>
          </p:cNvPicPr>
          <p:nvPr>
            <p:ph idx="1"/>
          </p:nvPr>
        </p:nvPicPr>
        <p:blipFill>
          <a:blip r:embed="rId2"/>
          <a:stretch>
            <a:fillRect/>
          </a:stretch>
        </p:blipFill>
        <p:spPr>
          <a:xfrm>
            <a:off x="841751" y="1728258"/>
            <a:ext cx="4450213" cy="3404659"/>
          </a:xfrm>
        </p:spPr>
      </p:pic>
      <p:sp>
        <p:nvSpPr>
          <p:cNvPr id="5" name="TextBox 4">
            <a:extLst>
              <a:ext uri="{FF2B5EF4-FFF2-40B4-BE49-F238E27FC236}">
                <a16:creationId xmlns:a16="http://schemas.microsoft.com/office/drawing/2014/main" id="{12137CE4-49D3-158E-BF2E-65FF6229F1CB}"/>
              </a:ext>
            </a:extLst>
          </p:cNvPr>
          <p:cNvSpPr txBox="1"/>
          <p:nvPr/>
        </p:nvSpPr>
        <p:spPr>
          <a:xfrm>
            <a:off x="5926817" y="1524873"/>
            <a:ext cx="566454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A popular machine learning framework</a:t>
            </a:r>
            <a:endParaRPr lang="en-US" dirty="0">
              <a:solidFill>
                <a:schemeClr val="bg1"/>
              </a:solidFill>
            </a:endParaRPr>
          </a:p>
          <a:p>
            <a:endParaRPr lang="en-US" dirty="0">
              <a:solidFill>
                <a:schemeClr val="bg1"/>
              </a:solidFill>
              <a:ea typeface="Open Sans"/>
              <a:cs typeface="Open Sans"/>
            </a:endParaRPr>
          </a:p>
          <a:p>
            <a:pPr marL="285750" indent="-285750">
              <a:buFont typeface="Calibri"/>
              <a:buChar char="-"/>
            </a:pPr>
            <a:r>
              <a:rPr lang="en-US" dirty="0">
                <a:solidFill>
                  <a:schemeClr val="bg1"/>
                </a:solidFill>
                <a:ea typeface="+mn-lt"/>
                <a:cs typeface="+mn-lt"/>
              </a:rPr>
              <a:t>For training machine learning model</a:t>
            </a:r>
          </a:p>
          <a:p>
            <a:pPr marL="285750" indent="-285750">
              <a:buFont typeface="Calibri"/>
              <a:buChar char="-"/>
            </a:pPr>
            <a:r>
              <a:rPr lang="en-US" dirty="0">
                <a:solidFill>
                  <a:schemeClr val="bg1"/>
                </a:solidFill>
                <a:ea typeface="+mn-lt"/>
                <a:cs typeface="+mn-lt"/>
              </a:rPr>
              <a:t>Developed at Facebook AI and Research lab</a:t>
            </a:r>
            <a:endParaRPr lang="en-US" dirty="0">
              <a:solidFill>
                <a:schemeClr val="bg1"/>
              </a:solidFill>
            </a:endParaRPr>
          </a:p>
          <a:p>
            <a:pPr marL="285750" indent="-285750">
              <a:buFont typeface="Calibri"/>
              <a:buChar char="-"/>
            </a:pPr>
            <a:r>
              <a:rPr lang="en-US" dirty="0">
                <a:solidFill>
                  <a:schemeClr val="bg1"/>
                </a:solidFill>
                <a:ea typeface="+mn-lt"/>
                <a:cs typeface="+mn-lt"/>
              </a:rPr>
              <a:t>Implementing a neural network in </a:t>
            </a:r>
            <a:r>
              <a:rPr lang="en-US" dirty="0" err="1">
                <a:solidFill>
                  <a:schemeClr val="bg1"/>
                </a:solidFill>
                <a:ea typeface="+mn-lt"/>
                <a:cs typeface="+mn-lt"/>
              </a:rPr>
              <a:t>PyTorch</a:t>
            </a:r>
            <a:r>
              <a:rPr lang="en-US" dirty="0">
                <a:solidFill>
                  <a:schemeClr val="bg1"/>
                </a:solidFill>
                <a:ea typeface="+mn-lt"/>
                <a:cs typeface="+mn-lt"/>
              </a:rPr>
              <a:t> is simpler and intuitive than other frameworks</a:t>
            </a:r>
            <a:endParaRPr lang="en-US" dirty="0">
              <a:solidFill>
                <a:schemeClr val="bg1"/>
              </a:solidFill>
              <a:ea typeface="Open Sans"/>
              <a:cs typeface="Open Sans"/>
            </a:endParaRPr>
          </a:p>
          <a:p>
            <a:pPr marL="285750" indent="-285750">
              <a:buFont typeface="Calibri"/>
              <a:buChar char="-"/>
            </a:pPr>
            <a:r>
              <a:rPr lang="en-US" b="1" dirty="0">
                <a:solidFill>
                  <a:schemeClr val="bg1"/>
                </a:solidFill>
                <a:ea typeface="+mn-lt"/>
                <a:cs typeface="+mn-lt"/>
              </a:rPr>
              <a:t>Converting NumPy objects to tensors is natively integrated with </a:t>
            </a:r>
            <a:r>
              <a:rPr lang="en-US" b="1" dirty="0" err="1">
                <a:solidFill>
                  <a:schemeClr val="bg1"/>
                </a:solidFill>
                <a:ea typeface="+mn-lt"/>
                <a:cs typeface="+mn-lt"/>
              </a:rPr>
              <a:t>PyTorch’s</a:t>
            </a:r>
            <a:r>
              <a:rPr lang="en-US" b="1" dirty="0">
                <a:solidFill>
                  <a:schemeClr val="bg1"/>
                </a:solidFill>
                <a:ea typeface="+mn-lt"/>
                <a:cs typeface="+mn-lt"/>
              </a:rPr>
              <a:t> core data structures</a:t>
            </a:r>
            <a:endParaRPr lang="en-US" b="1" dirty="0">
              <a:solidFill>
                <a:schemeClr val="bg1"/>
              </a:solidFill>
              <a:ea typeface="Open Sans"/>
              <a:cs typeface="Open Sans"/>
            </a:endParaRPr>
          </a:p>
          <a:p>
            <a:pPr marL="285750" indent="-285750">
              <a:buFont typeface="Calibri"/>
              <a:buChar char="-"/>
            </a:pPr>
            <a:endParaRPr lang="en-US" dirty="0">
              <a:solidFill>
                <a:schemeClr val="bg1"/>
              </a:solidFill>
              <a:ea typeface="Open Sans"/>
              <a:cs typeface="Open Sans"/>
            </a:endParaRPr>
          </a:p>
          <a:p>
            <a:pPr marL="285750" indent="-285750">
              <a:buFont typeface="Calibri"/>
              <a:buChar char="-"/>
            </a:pPr>
            <a:endParaRPr lang="en-US" dirty="0">
              <a:solidFill>
                <a:schemeClr val="bg1"/>
              </a:solidFill>
              <a:ea typeface="Open Sans"/>
              <a:cs typeface="Open Sans"/>
            </a:endParaRPr>
          </a:p>
        </p:txBody>
      </p:sp>
      <p:sp>
        <p:nvSpPr>
          <p:cNvPr id="6" name="TextBox 5">
            <a:extLst>
              <a:ext uri="{FF2B5EF4-FFF2-40B4-BE49-F238E27FC236}">
                <a16:creationId xmlns:a16="http://schemas.microsoft.com/office/drawing/2014/main" id="{FF422F0D-A710-2829-8791-D2F63E2C0054}"/>
              </a:ext>
            </a:extLst>
          </p:cNvPr>
          <p:cNvSpPr txBox="1"/>
          <p:nvPr/>
        </p:nvSpPr>
        <p:spPr>
          <a:xfrm>
            <a:off x="660400" y="5137150"/>
            <a:ext cx="4436533" cy="4154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050">
                <a:solidFill>
                  <a:schemeClr val="bg1"/>
                </a:solidFill>
              </a:rPr>
              <a:t>https://thenewstack.io/the-ultimate-guide-to-machine-learning-frameworks/</a:t>
            </a:r>
            <a:endParaRPr lang="en-US" sz="1050">
              <a:solidFill>
                <a:schemeClr val="bg1"/>
              </a:solidFill>
              <a:ea typeface="Open Sans"/>
              <a:cs typeface="Open Sans"/>
            </a:endParaRPr>
          </a:p>
        </p:txBody>
      </p:sp>
      <p:pic>
        <p:nvPicPr>
          <p:cNvPr id="3" name="Picture 2" descr="A close-up of a sign&#10;&#10;Description automatically generated">
            <a:extLst>
              <a:ext uri="{FF2B5EF4-FFF2-40B4-BE49-F238E27FC236}">
                <a16:creationId xmlns:a16="http://schemas.microsoft.com/office/drawing/2014/main" id="{F349A100-BB3F-DE99-CF7B-9722E4A1170E}"/>
              </a:ext>
            </a:extLst>
          </p:cNvPr>
          <p:cNvPicPr>
            <a:picLocks noChangeAspect="1"/>
          </p:cNvPicPr>
          <p:nvPr/>
        </p:nvPicPr>
        <p:blipFill>
          <a:blip r:embed="rId3"/>
          <a:stretch>
            <a:fillRect/>
          </a:stretch>
        </p:blipFill>
        <p:spPr>
          <a:xfrm>
            <a:off x="6095516" y="4141276"/>
            <a:ext cx="3539749" cy="848533"/>
          </a:xfrm>
          <a:prstGeom prst="rect">
            <a:avLst/>
          </a:prstGeom>
        </p:spPr>
      </p:pic>
    </p:spTree>
    <p:extLst>
      <p:ext uri="{BB962C8B-B14F-4D97-AF65-F5344CB8AC3E}">
        <p14:creationId xmlns:p14="http://schemas.microsoft.com/office/powerpoint/2010/main" val="3965714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12BCD-C30B-8469-8AF2-35D1773C97AD}"/>
              </a:ext>
            </a:extLst>
          </p:cNvPr>
          <p:cNvSpPr>
            <a:spLocks noGrp="1"/>
          </p:cNvSpPr>
          <p:nvPr>
            <p:ph type="title"/>
          </p:nvPr>
        </p:nvSpPr>
        <p:spPr/>
        <p:txBody>
          <a:bodyPr>
            <a:normAutofit/>
          </a:bodyPr>
          <a:lstStyle/>
          <a:p>
            <a:r>
              <a:rPr lang="en-US" dirty="0">
                <a:ea typeface="Open Sans SemiBold"/>
                <a:cs typeface="Times New Roman"/>
              </a:rPr>
              <a:t>Key Concepts: </a:t>
            </a:r>
            <a:endParaRPr lang="en-US" dirty="0"/>
          </a:p>
        </p:txBody>
      </p:sp>
      <p:sp>
        <p:nvSpPr>
          <p:cNvPr id="4" name="TextBox 3">
            <a:extLst>
              <a:ext uri="{FF2B5EF4-FFF2-40B4-BE49-F238E27FC236}">
                <a16:creationId xmlns:a16="http://schemas.microsoft.com/office/drawing/2014/main" id="{5B2FE5D2-0648-CA60-AE64-1E860BD83DD9}"/>
              </a:ext>
            </a:extLst>
          </p:cNvPr>
          <p:cNvSpPr txBox="1"/>
          <p:nvPr/>
        </p:nvSpPr>
        <p:spPr>
          <a:xfrm>
            <a:off x="836404" y="1533939"/>
            <a:ext cx="1078007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bg1"/>
                </a:solidFill>
                <a:ea typeface="Open Sans"/>
                <a:cs typeface="Open Sans"/>
              </a:rPr>
              <a:t>Tensor:</a:t>
            </a:r>
            <a:r>
              <a:rPr lang="en-US" sz="2000" dirty="0">
                <a:solidFill>
                  <a:schemeClr val="bg1"/>
                </a:solidFill>
                <a:ea typeface="+mn-lt"/>
                <a:cs typeface="+mn-lt"/>
              </a:rPr>
              <a:t> A tensor is a mathematical object that generalizes scalars, vectors, and matrices into higher-dimensional spaces.</a:t>
            </a:r>
            <a:endParaRPr lang="en-US" sz="2000" dirty="0">
              <a:solidFill>
                <a:schemeClr val="bg1"/>
              </a:solidFill>
              <a:ea typeface="Open Sans"/>
              <a:cs typeface="Open Sans"/>
            </a:endParaRPr>
          </a:p>
        </p:txBody>
      </p:sp>
      <p:pic>
        <p:nvPicPr>
          <p:cNvPr id="3" name="Picture 2" descr="A blue rectangular object with black text&#10;&#10;Description automatically generated">
            <a:extLst>
              <a:ext uri="{FF2B5EF4-FFF2-40B4-BE49-F238E27FC236}">
                <a16:creationId xmlns:a16="http://schemas.microsoft.com/office/drawing/2014/main" id="{D9602B95-DE2D-B884-A402-AAA5DDFA9B06}"/>
              </a:ext>
            </a:extLst>
          </p:cNvPr>
          <p:cNvPicPr>
            <a:picLocks noChangeAspect="1"/>
          </p:cNvPicPr>
          <p:nvPr/>
        </p:nvPicPr>
        <p:blipFill>
          <a:blip r:embed="rId2"/>
          <a:stretch>
            <a:fillRect/>
          </a:stretch>
        </p:blipFill>
        <p:spPr>
          <a:xfrm>
            <a:off x="135610" y="2362187"/>
            <a:ext cx="8091407" cy="3095811"/>
          </a:xfrm>
          <a:prstGeom prst="rect">
            <a:avLst/>
          </a:prstGeom>
        </p:spPr>
      </p:pic>
      <p:sp>
        <p:nvSpPr>
          <p:cNvPr id="6" name="TextBox 5">
            <a:extLst>
              <a:ext uri="{FF2B5EF4-FFF2-40B4-BE49-F238E27FC236}">
                <a16:creationId xmlns:a16="http://schemas.microsoft.com/office/drawing/2014/main" id="{2E8475AB-237F-08CF-F0AD-793F6AAF9FAC}"/>
              </a:ext>
            </a:extLst>
          </p:cNvPr>
          <p:cNvSpPr txBox="1"/>
          <p:nvPr/>
        </p:nvSpPr>
        <p:spPr>
          <a:xfrm>
            <a:off x="682184" y="5458502"/>
            <a:ext cx="172315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(5, ) -&gt; dim0</a:t>
            </a:r>
            <a:endParaRPr lang="en-US" dirty="0">
              <a:solidFill>
                <a:schemeClr val="bg1"/>
              </a:solidFill>
            </a:endParaRPr>
          </a:p>
        </p:txBody>
      </p:sp>
      <p:sp>
        <p:nvSpPr>
          <p:cNvPr id="7" name="TextBox 6">
            <a:extLst>
              <a:ext uri="{FF2B5EF4-FFF2-40B4-BE49-F238E27FC236}">
                <a16:creationId xmlns:a16="http://schemas.microsoft.com/office/drawing/2014/main" id="{A2F9FB62-7829-2852-F8D1-C99DF5EFB724}"/>
              </a:ext>
            </a:extLst>
          </p:cNvPr>
          <p:cNvSpPr txBox="1"/>
          <p:nvPr/>
        </p:nvSpPr>
        <p:spPr>
          <a:xfrm>
            <a:off x="2858404" y="5458501"/>
            <a:ext cx="266596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(3, 5 ) -&gt; dim0, dim1</a:t>
            </a:r>
            <a:endParaRPr lang="en-US" dirty="0">
              <a:solidFill>
                <a:schemeClr val="bg1"/>
              </a:solidFill>
            </a:endParaRPr>
          </a:p>
        </p:txBody>
      </p:sp>
      <p:sp>
        <p:nvSpPr>
          <p:cNvPr id="9" name="TextBox 8">
            <a:extLst>
              <a:ext uri="{FF2B5EF4-FFF2-40B4-BE49-F238E27FC236}">
                <a16:creationId xmlns:a16="http://schemas.microsoft.com/office/drawing/2014/main" id="{C3611439-84A0-E35C-3A4F-96D14C9ACD06}"/>
              </a:ext>
            </a:extLst>
          </p:cNvPr>
          <p:cNvSpPr txBox="1"/>
          <p:nvPr/>
        </p:nvSpPr>
        <p:spPr>
          <a:xfrm>
            <a:off x="5286471" y="5458500"/>
            <a:ext cx="32148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(4, 5, 3 ) -&gt; dim0, dim1, dim2</a:t>
            </a:r>
            <a:endParaRPr lang="en-US" dirty="0">
              <a:solidFill>
                <a:schemeClr val="bg1"/>
              </a:solidFill>
            </a:endParaRPr>
          </a:p>
        </p:txBody>
      </p:sp>
      <p:sp>
        <p:nvSpPr>
          <p:cNvPr id="10" name="TextBox 9">
            <a:extLst>
              <a:ext uri="{FF2B5EF4-FFF2-40B4-BE49-F238E27FC236}">
                <a16:creationId xmlns:a16="http://schemas.microsoft.com/office/drawing/2014/main" id="{F8213421-8DAB-90BE-D4A2-BF7C46D8D491}"/>
              </a:ext>
            </a:extLst>
          </p:cNvPr>
          <p:cNvSpPr txBox="1"/>
          <p:nvPr/>
        </p:nvSpPr>
        <p:spPr>
          <a:xfrm>
            <a:off x="1278842" y="4097284"/>
            <a:ext cx="5414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5</a:t>
            </a:r>
          </a:p>
        </p:txBody>
      </p:sp>
      <p:sp>
        <p:nvSpPr>
          <p:cNvPr id="11" name="TextBox 10">
            <a:extLst>
              <a:ext uri="{FF2B5EF4-FFF2-40B4-BE49-F238E27FC236}">
                <a16:creationId xmlns:a16="http://schemas.microsoft.com/office/drawing/2014/main" id="{0125FE8D-19BE-BF5E-83A1-7B3AFC395F87}"/>
              </a:ext>
            </a:extLst>
          </p:cNvPr>
          <p:cNvSpPr txBox="1"/>
          <p:nvPr/>
        </p:nvSpPr>
        <p:spPr>
          <a:xfrm>
            <a:off x="3910996" y="4095941"/>
            <a:ext cx="5414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5</a:t>
            </a:r>
          </a:p>
        </p:txBody>
      </p:sp>
      <p:sp>
        <p:nvSpPr>
          <p:cNvPr id="12" name="TextBox 11">
            <a:extLst>
              <a:ext uri="{FF2B5EF4-FFF2-40B4-BE49-F238E27FC236}">
                <a16:creationId xmlns:a16="http://schemas.microsoft.com/office/drawing/2014/main" id="{5B97DAD6-9EE1-F466-B32A-39BE25B96BAF}"/>
              </a:ext>
            </a:extLst>
          </p:cNvPr>
          <p:cNvSpPr txBox="1"/>
          <p:nvPr/>
        </p:nvSpPr>
        <p:spPr>
          <a:xfrm>
            <a:off x="6461758" y="4276754"/>
            <a:ext cx="5414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5</a:t>
            </a:r>
          </a:p>
        </p:txBody>
      </p:sp>
      <p:sp>
        <p:nvSpPr>
          <p:cNvPr id="13" name="TextBox 12">
            <a:extLst>
              <a:ext uri="{FF2B5EF4-FFF2-40B4-BE49-F238E27FC236}">
                <a16:creationId xmlns:a16="http://schemas.microsoft.com/office/drawing/2014/main" id="{1BD30C8A-DBAB-19AB-6C85-4D07D5D7B819}"/>
              </a:ext>
            </a:extLst>
          </p:cNvPr>
          <p:cNvSpPr txBox="1"/>
          <p:nvPr/>
        </p:nvSpPr>
        <p:spPr>
          <a:xfrm>
            <a:off x="7804944" y="4095940"/>
            <a:ext cx="5414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3</a:t>
            </a:r>
          </a:p>
        </p:txBody>
      </p:sp>
      <p:sp>
        <p:nvSpPr>
          <p:cNvPr id="14" name="TextBox 13">
            <a:extLst>
              <a:ext uri="{FF2B5EF4-FFF2-40B4-BE49-F238E27FC236}">
                <a16:creationId xmlns:a16="http://schemas.microsoft.com/office/drawing/2014/main" id="{E6343C0D-3386-16EC-5CE6-42AC0AA9CF83}"/>
              </a:ext>
            </a:extLst>
          </p:cNvPr>
          <p:cNvSpPr txBox="1"/>
          <p:nvPr/>
        </p:nvSpPr>
        <p:spPr>
          <a:xfrm>
            <a:off x="5434994" y="3262905"/>
            <a:ext cx="5414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4</a:t>
            </a:r>
          </a:p>
        </p:txBody>
      </p:sp>
      <p:sp>
        <p:nvSpPr>
          <p:cNvPr id="17" name="TextBox 16">
            <a:extLst>
              <a:ext uri="{FF2B5EF4-FFF2-40B4-BE49-F238E27FC236}">
                <a16:creationId xmlns:a16="http://schemas.microsoft.com/office/drawing/2014/main" id="{D9404D20-E809-63E0-E5B1-F88736291BA7}"/>
              </a:ext>
            </a:extLst>
          </p:cNvPr>
          <p:cNvSpPr txBox="1"/>
          <p:nvPr/>
        </p:nvSpPr>
        <p:spPr>
          <a:xfrm>
            <a:off x="8721924" y="5058124"/>
            <a:ext cx="347007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ea typeface="Open Sans"/>
                <a:cs typeface="Open Sans"/>
              </a:rPr>
              <a:t>Check tensor's shape:</a:t>
            </a:r>
          </a:p>
        </p:txBody>
      </p:sp>
      <p:pic>
        <p:nvPicPr>
          <p:cNvPr id="19" name="Picture 18" descr="A screenshot of a computer code&#10;&#10;Description automatically generated">
            <a:extLst>
              <a:ext uri="{FF2B5EF4-FFF2-40B4-BE49-F238E27FC236}">
                <a16:creationId xmlns:a16="http://schemas.microsoft.com/office/drawing/2014/main" id="{70A70DFA-3F51-1912-9AA3-334E3C5E408F}"/>
              </a:ext>
            </a:extLst>
          </p:cNvPr>
          <p:cNvPicPr>
            <a:picLocks noChangeAspect="1"/>
          </p:cNvPicPr>
          <p:nvPr/>
        </p:nvPicPr>
        <p:blipFill>
          <a:blip r:embed="rId3"/>
          <a:stretch>
            <a:fillRect/>
          </a:stretch>
        </p:blipFill>
        <p:spPr>
          <a:xfrm>
            <a:off x="8725062" y="2759505"/>
            <a:ext cx="3285319" cy="2210768"/>
          </a:xfrm>
          <a:prstGeom prst="rect">
            <a:avLst/>
          </a:prstGeom>
        </p:spPr>
      </p:pic>
      <p:sp>
        <p:nvSpPr>
          <p:cNvPr id="20" name="TextBox 19">
            <a:extLst>
              <a:ext uri="{FF2B5EF4-FFF2-40B4-BE49-F238E27FC236}">
                <a16:creationId xmlns:a16="http://schemas.microsoft.com/office/drawing/2014/main" id="{5E3FB855-F90B-25AE-716E-C4D463173540}"/>
              </a:ext>
            </a:extLst>
          </p:cNvPr>
          <p:cNvSpPr txBox="1"/>
          <p:nvPr/>
        </p:nvSpPr>
        <p:spPr>
          <a:xfrm>
            <a:off x="8631516" y="2268429"/>
            <a:ext cx="33827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1"/>
                </a:solidFill>
                <a:ea typeface="Open Sans"/>
                <a:cs typeface="Open Sans"/>
              </a:rPr>
              <a:t>Create tensors</a:t>
            </a:r>
            <a:endParaRPr lang="en-US"/>
          </a:p>
        </p:txBody>
      </p:sp>
      <p:sp>
        <p:nvSpPr>
          <p:cNvPr id="21" name="Rectangle 20">
            <a:extLst>
              <a:ext uri="{FF2B5EF4-FFF2-40B4-BE49-F238E27FC236}">
                <a16:creationId xmlns:a16="http://schemas.microsoft.com/office/drawing/2014/main" id="{F6E43706-B34A-22F4-EA41-FF835D2003EA}"/>
              </a:ext>
            </a:extLst>
          </p:cNvPr>
          <p:cNvSpPr/>
          <p:nvPr/>
        </p:nvSpPr>
        <p:spPr>
          <a:xfrm>
            <a:off x="3243795" y="4637868"/>
            <a:ext cx="4801373" cy="823477"/>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close-up of a text&#10;&#10;Description automatically generated">
            <a:extLst>
              <a:ext uri="{FF2B5EF4-FFF2-40B4-BE49-F238E27FC236}">
                <a16:creationId xmlns:a16="http://schemas.microsoft.com/office/drawing/2014/main" id="{53E94DCF-A538-0F3E-27EB-E9CAB83C4757}"/>
              </a:ext>
            </a:extLst>
          </p:cNvPr>
          <p:cNvPicPr>
            <a:picLocks noChangeAspect="1"/>
          </p:cNvPicPr>
          <p:nvPr/>
        </p:nvPicPr>
        <p:blipFill>
          <a:blip r:embed="rId4"/>
          <a:stretch>
            <a:fillRect/>
          </a:stretch>
        </p:blipFill>
        <p:spPr>
          <a:xfrm>
            <a:off x="8724901" y="5525792"/>
            <a:ext cx="1910166" cy="778790"/>
          </a:xfrm>
          <a:prstGeom prst="rect">
            <a:avLst/>
          </a:prstGeom>
        </p:spPr>
      </p:pic>
    </p:spTree>
    <p:extLst>
      <p:ext uri="{BB962C8B-B14F-4D97-AF65-F5344CB8AC3E}">
        <p14:creationId xmlns:p14="http://schemas.microsoft.com/office/powerpoint/2010/main" val="4053721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F1CB-1620-2388-81DB-405F8972CCC8}"/>
              </a:ext>
            </a:extLst>
          </p:cNvPr>
          <p:cNvSpPr>
            <a:spLocks noGrp="1"/>
          </p:cNvSpPr>
          <p:nvPr>
            <p:ph type="title"/>
          </p:nvPr>
        </p:nvSpPr>
        <p:spPr>
          <a:xfrm>
            <a:off x="838200" y="388401"/>
            <a:ext cx="5039533" cy="1043353"/>
          </a:xfrm>
        </p:spPr>
        <p:txBody>
          <a:bodyPr/>
          <a:lstStyle/>
          <a:p>
            <a:r>
              <a:rPr lang="en-US" dirty="0">
                <a:ea typeface="Open Sans SemiBold"/>
                <a:cs typeface="Times New Roman"/>
              </a:rPr>
              <a:t>Key Concepts:</a:t>
            </a:r>
            <a:endParaRPr lang="en-US" dirty="0"/>
          </a:p>
        </p:txBody>
      </p:sp>
      <p:sp>
        <p:nvSpPr>
          <p:cNvPr id="5" name="TextBox 4">
            <a:extLst>
              <a:ext uri="{FF2B5EF4-FFF2-40B4-BE49-F238E27FC236}">
                <a16:creationId xmlns:a16="http://schemas.microsoft.com/office/drawing/2014/main" id="{12137CE4-49D3-158E-BF2E-65FF6229F1CB}"/>
              </a:ext>
            </a:extLst>
          </p:cNvPr>
          <p:cNvSpPr txBox="1"/>
          <p:nvPr/>
        </p:nvSpPr>
        <p:spPr>
          <a:xfrm>
            <a:off x="231190" y="1421551"/>
            <a:ext cx="566454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bg1"/>
                </a:solidFill>
                <a:ea typeface="Open Sans"/>
                <a:cs typeface="Open Sans"/>
              </a:rPr>
              <a:t>Tensor operations example:</a:t>
            </a:r>
          </a:p>
        </p:txBody>
      </p:sp>
      <p:sp>
        <p:nvSpPr>
          <p:cNvPr id="9" name="TextBox 8">
            <a:extLst>
              <a:ext uri="{FF2B5EF4-FFF2-40B4-BE49-F238E27FC236}">
                <a16:creationId xmlns:a16="http://schemas.microsoft.com/office/drawing/2014/main" id="{3FF1FCB8-8878-1926-8945-F930F8CE2200}"/>
              </a:ext>
            </a:extLst>
          </p:cNvPr>
          <p:cNvSpPr txBox="1"/>
          <p:nvPr/>
        </p:nvSpPr>
        <p:spPr>
          <a:xfrm>
            <a:off x="231189" y="2112516"/>
            <a:ext cx="4218032" cy="6900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bg1"/>
                </a:solidFill>
                <a:ea typeface="Open Sans"/>
                <a:cs typeface="Open Sans"/>
              </a:rPr>
              <a:t>Transpose:</a:t>
            </a:r>
            <a:endParaRPr lang="en-US" dirty="0">
              <a:solidFill>
                <a:schemeClr val="bg1"/>
              </a:solidFill>
            </a:endParaRPr>
          </a:p>
          <a:p>
            <a:pPr>
              <a:buFont typeface="Calibri"/>
            </a:pPr>
            <a:endParaRPr lang="en-US" dirty="0">
              <a:solidFill>
                <a:schemeClr val="bg1"/>
              </a:solidFill>
              <a:ea typeface="Open Sans"/>
              <a:cs typeface="Open Sans"/>
            </a:endParaRPr>
          </a:p>
        </p:txBody>
      </p:sp>
      <p:pic>
        <p:nvPicPr>
          <p:cNvPr id="10" name="Picture 9">
            <a:extLst>
              <a:ext uri="{FF2B5EF4-FFF2-40B4-BE49-F238E27FC236}">
                <a16:creationId xmlns:a16="http://schemas.microsoft.com/office/drawing/2014/main" id="{81AE2F1D-8D11-F41B-FBF0-A3BAE39CB148}"/>
              </a:ext>
            </a:extLst>
          </p:cNvPr>
          <p:cNvPicPr>
            <a:picLocks noChangeAspect="1"/>
          </p:cNvPicPr>
          <p:nvPr/>
        </p:nvPicPr>
        <p:blipFill>
          <a:blip r:embed="rId2"/>
          <a:stretch>
            <a:fillRect/>
          </a:stretch>
        </p:blipFill>
        <p:spPr>
          <a:xfrm>
            <a:off x="3158426" y="2798574"/>
            <a:ext cx="1290234" cy="2481344"/>
          </a:xfrm>
          <a:prstGeom prst="rect">
            <a:avLst/>
          </a:prstGeom>
        </p:spPr>
      </p:pic>
      <p:pic>
        <p:nvPicPr>
          <p:cNvPr id="11" name="Picture 10" descr="A screenshot of a computer program&#10;&#10;Description automatically generated">
            <a:extLst>
              <a:ext uri="{FF2B5EF4-FFF2-40B4-BE49-F238E27FC236}">
                <a16:creationId xmlns:a16="http://schemas.microsoft.com/office/drawing/2014/main" id="{D03D7EDD-4B1F-1154-424D-C52B3E8D141E}"/>
              </a:ext>
            </a:extLst>
          </p:cNvPr>
          <p:cNvPicPr>
            <a:picLocks noChangeAspect="1"/>
          </p:cNvPicPr>
          <p:nvPr/>
        </p:nvPicPr>
        <p:blipFill>
          <a:blip r:embed="rId3"/>
          <a:stretch>
            <a:fillRect/>
          </a:stretch>
        </p:blipFill>
        <p:spPr>
          <a:xfrm>
            <a:off x="256045" y="2800511"/>
            <a:ext cx="2903995" cy="1960859"/>
          </a:xfrm>
          <a:prstGeom prst="rect">
            <a:avLst/>
          </a:prstGeom>
        </p:spPr>
      </p:pic>
      <p:sp>
        <p:nvSpPr>
          <p:cNvPr id="12" name="TextBox 11">
            <a:extLst>
              <a:ext uri="{FF2B5EF4-FFF2-40B4-BE49-F238E27FC236}">
                <a16:creationId xmlns:a16="http://schemas.microsoft.com/office/drawing/2014/main" id="{8A6557F5-BEE1-5FD0-43AF-E314335515AB}"/>
              </a:ext>
            </a:extLst>
          </p:cNvPr>
          <p:cNvSpPr txBox="1"/>
          <p:nvPr/>
        </p:nvSpPr>
        <p:spPr>
          <a:xfrm>
            <a:off x="4648205" y="2099600"/>
            <a:ext cx="421803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bg1"/>
                </a:solidFill>
                <a:ea typeface="Open Sans"/>
                <a:cs typeface="Open Sans"/>
              </a:rPr>
              <a:t>Remove Dim:</a:t>
            </a:r>
            <a:endParaRPr lang="en-US" dirty="0">
              <a:solidFill>
                <a:schemeClr val="bg1"/>
              </a:solidFill>
            </a:endParaRPr>
          </a:p>
        </p:txBody>
      </p:sp>
      <p:pic>
        <p:nvPicPr>
          <p:cNvPr id="13" name="Picture 12" descr="A screenshot of a computer&#10;&#10;Description automatically generated">
            <a:extLst>
              <a:ext uri="{FF2B5EF4-FFF2-40B4-BE49-F238E27FC236}">
                <a16:creationId xmlns:a16="http://schemas.microsoft.com/office/drawing/2014/main" id="{3E4C1490-B2A3-92D9-158B-C81BDC7E46CA}"/>
              </a:ext>
            </a:extLst>
          </p:cNvPr>
          <p:cNvPicPr>
            <a:picLocks noChangeAspect="1"/>
          </p:cNvPicPr>
          <p:nvPr/>
        </p:nvPicPr>
        <p:blipFill>
          <a:blip r:embed="rId4"/>
          <a:stretch>
            <a:fillRect/>
          </a:stretch>
        </p:blipFill>
        <p:spPr>
          <a:xfrm>
            <a:off x="4649814" y="2749980"/>
            <a:ext cx="2575948" cy="2061921"/>
          </a:xfrm>
          <a:prstGeom prst="rect">
            <a:avLst/>
          </a:prstGeom>
        </p:spPr>
      </p:pic>
      <p:pic>
        <p:nvPicPr>
          <p:cNvPr id="14" name="Picture 13">
            <a:extLst>
              <a:ext uri="{FF2B5EF4-FFF2-40B4-BE49-F238E27FC236}">
                <a16:creationId xmlns:a16="http://schemas.microsoft.com/office/drawing/2014/main" id="{381A5EB8-2B31-92DE-39ED-0735C67384EF}"/>
              </a:ext>
            </a:extLst>
          </p:cNvPr>
          <p:cNvPicPr>
            <a:picLocks noChangeAspect="1"/>
          </p:cNvPicPr>
          <p:nvPr/>
        </p:nvPicPr>
        <p:blipFill>
          <a:blip r:embed="rId5"/>
          <a:stretch>
            <a:fillRect/>
          </a:stretch>
        </p:blipFill>
        <p:spPr>
          <a:xfrm>
            <a:off x="7224793" y="2746752"/>
            <a:ext cx="1746143" cy="2720599"/>
          </a:xfrm>
          <a:prstGeom prst="rect">
            <a:avLst/>
          </a:prstGeom>
        </p:spPr>
      </p:pic>
      <p:cxnSp>
        <p:nvCxnSpPr>
          <p:cNvPr id="15" name="Straight Arrow Connector 14">
            <a:extLst>
              <a:ext uri="{FF2B5EF4-FFF2-40B4-BE49-F238E27FC236}">
                <a16:creationId xmlns:a16="http://schemas.microsoft.com/office/drawing/2014/main" id="{9F1BEE17-47AD-07C7-739A-AF5D1FE8F24F}"/>
              </a:ext>
            </a:extLst>
          </p:cNvPr>
          <p:cNvCxnSpPr/>
          <p:nvPr/>
        </p:nvCxnSpPr>
        <p:spPr>
          <a:xfrm flipV="1">
            <a:off x="7098223" y="3531028"/>
            <a:ext cx="307382" cy="3771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8EB852C-B3E1-680C-E096-38E4448A26E9}"/>
              </a:ext>
            </a:extLst>
          </p:cNvPr>
          <p:cNvSpPr txBox="1"/>
          <p:nvPr/>
        </p:nvSpPr>
        <p:spPr>
          <a:xfrm>
            <a:off x="9239577" y="2060853"/>
            <a:ext cx="421803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bg1"/>
                </a:solidFill>
                <a:ea typeface="Open Sans"/>
                <a:cs typeface="Open Sans"/>
              </a:rPr>
              <a:t>Expand Dim:</a:t>
            </a:r>
            <a:endParaRPr lang="en-US" dirty="0">
              <a:solidFill>
                <a:schemeClr val="bg1"/>
              </a:solidFill>
            </a:endParaRPr>
          </a:p>
        </p:txBody>
      </p:sp>
      <p:pic>
        <p:nvPicPr>
          <p:cNvPr id="17" name="Picture 16" descr="A screenshot of a computer code&#10;&#10;Description automatically generated">
            <a:extLst>
              <a:ext uri="{FF2B5EF4-FFF2-40B4-BE49-F238E27FC236}">
                <a16:creationId xmlns:a16="http://schemas.microsoft.com/office/drawing/2014/main" id="{53A3A319-F7BB-73B3-3C30-F3604BF9F7E8}"/>
              </a:ext>
            </a:extLst>
          </p:cNvPr>
          <p:cNvPicPr>
            <a:picLocks noChangeAspect="1"/>
          </p:cNvPicPr>
          <p:nvPr/>
        </p:nvPicPr>
        <p:blipFill>
          <a:blip r:embed="rId6"/>
          <a:stretch>
            <a:fillRect/>
          </a:stretch>
        </p:blipFill>
        <p:spPr>
          <a:xfrm>
            <a:off x="9241349" y="2676362"/>
            <a:ext cx="2917879" cy="1033867"/>
          </a:xfrm>
          <a:prstGeom prst="rect">
            <a:avLst/>
          </a:prstGeom>
        </p:spPr>
      </p:pic>
      <p:sp>
        <p:nvSpPr>
          <p:cNvPr id="18" name="Rectangle 17">
            <a:extLst>
              <a:ext uri="{FF2B5EF4-FFF2-40B4-BE49-F238E27FC236}">
                <a16:creationId xmlns:a16="http://schemas.microsoft.com/office/drawing/2014/main" id="{45ACCB9A-5825-17BF-B71B-07BC7ED80805}"/>
              </a:ext>
            </a:extLst>
          </p:cNvPr>
          <p:cNvSpPr/>
          <p:nvPr/>
        </p:nvSpPr>
        <p:spPr>
          <a:xfrm>
            <a:off x="9975742" y="4545136"/>
            <a:ext cx="1081782" cy="726870"/>
          </a:xfrm>
          <a:prstGeom prst="rect">
            <a:avLst/>
          </a:prstGeom>
          <a:noFill/>
          <a:ln>
            <a:solidFill>
              <a:schemeClr val="bg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54D8A6E-8FFD-6E34-9AE6-93B13628BE49}"/>
              </a:ext>
            </a:extLst>
          </p:cNvPr>
          <p:cNvSpPr/>
          <p:nvPr/>
        </p:nvSpPr>
        <p:spPr>
          <a:xfrm>
            <a:off x="10111352" y="4377238"/>
            <a:ext cx="1081782" cy="726870"/>
          </a:xfrm>
          <a:prstGeom prst="rect">
            <a:avLst/>
          </a:prstGeom>
          <a:noFill/>
          <a:ln>
            <a:solidFill>
              <a:schemeClr val="bg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E2E07A4-17C3-848F-0379-168FCCBFEBC5}"/>
              </a:ext>
            </a:extLst>
          </p:cNvPr>
          <p:cNvSpPr/>
          <p:nvPr/>
        </p:nvSpPr>
        <p:spPr>
          <a:xfrm>
            <a:off x="10292165" y="4183508"/>
            <a:ext cx="1081782" cy="726870"/>
          </a:xfrm>
          <a:prstGeom prst="rect">
            <a:avLst/>
          </a:prstGeom>
          <a:noFill/>
          <a:ln>
            <a:solidFill>
              <a:schemeClr val="bg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11415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F1CB-1620-2388-81DB-405F8972CCC8}"/>
              </a:ext>
            </a:extLst>
          </p:cNvPr>
          <p:cNvSpPr>
            <a:spLocks noGrp="1"/>
          </p:cNvSpPr>
          <p:nvPr>
            <p:ph type="title"/>
          </p:nvPr>
        </p:nvSpPr>
        <p:spPr/>
        <p:txBody>
          <a:bodyPr/>
          <a:lstStyle/>
          <a:p>
            <a:r>
              <a:rPr lang="en-US" dirty="0">
                <a:ea typeface="Open Sans SemiBold"/>
                <a:cs typeface="Times New Roman"/>
              </a:rPr>
              <a:t>ML Steps in </a:t>
            </a:r>
            <a:r>
              <a:rPr lang="en-US" dirty="0" err="1">
                <a:ea typeface="Open Sans SemiBold"/>
                <a:cs typeface="Times New Roman"/>
              </a:rPr>
              <a:t>PyTorch</a:t>
            </a:r>
            <a:endParaRPr lang="en-US" dirty="0">
              <a:ea typeface="Open Sans SemiBold"/>
            </a:endParaRPr>
          </a:p>
        </p:txBody>
      </p:sp>
      <p:graphicFrame>
        <p:nvGraphicFramePr>
          <p:cNvPr id="6" name="Diagram 5">
            <a:extLst>
              <a:ext uri="{FF2B5EF4-FFF2-40B4-BE49-F238E27FC236}">
                <a16:creationId xmlns:a16="http://schemas.microsoft.com/office/drawing/2014/main" id="{85AD87CB-7CC2-325C-AF1E-5807695E899A}"/>
              </a:ext>
            </a:extLst>
          </p:cNvPr>
          <p:cNvGraphicFramePr/>
          <p:nvPr>
            <p:extLst>
              <p:ext uri="{D42A27DB-BD31-4B8C-83A1-F6EECF244321}">
                <p14:modId xmlns:p14="http://schemas.microsoft.com/office/powerpoint/2010/main" val="3534894882"/>
              </p:ext>
            </p:extLst>
          </p:nvPr>
        </p:nvGraphicFramePr>
        <p:xfrm>
          <a:off x="829901" y="1117349"/>
          <a:ext cx="10524653" cy="1620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 name="Rectangle 25">
            <a:extLst>
              <a:ext uri="{FF2B5EF4-FFF2-40B4-BE49-F238E27FC236}">
                <a16:creationId xmlns:a16="http://schemas.microsoft.com/office/drawing/2014/main" id="{456DCDB5-1907-463E-8613-9E041D0A1B73}"/>
              </a:ext>
            </a:extLst>
          </p:cNvPr>
          <p:cNvSpPr/>
          <p:nvPr/>
        </p:nvSpPr>
        <p:spPr>
          <a:xfrm>
            <a:off x="614506" y="1378488"/>
            <a:ext cx="2142469" cy="9964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descr="A screenshot of a computer code&#10;&#10;Description automatically generated">
            <a:extLst>
              <a:ext uri="{FF2B5EF4-FFF2-40B4-BE49-F238E27FC236}">
                <a16:creationId xmlns:a16="http://schemas.microsoft.com/office/drawing/2014/main" id="{1647FBC9-7770-6B94-993C-B16798D912DC}"/>
              </a:ext>
            </a:extLst>
          </p:cNvPr>
          <p:cNvPicPr>
            <a:picLocks noChangeAspect="1"/>
          </p:cNvPicPr>
          <p:nvPr/>
        </p:nvPicPr>
        <p:blipFill>
          <a:blip r:embed="rId8"/>
          <a:stretch>
            <a:fillRect/>
          </a:stretch>
        </p:blipFill>
        <p:spPr>
          <a:xfrm>
            <a:off x="465511" y="2738032"/>
            <a:ext cx="4887298" cy="3454832"/>
          </a:xfrm>
          <a:prstGeom prst="rect">
            <a:avLst/>
          </a:prstGeom>
        </p:spPr>
      </p:pic>
      <p:sp>
        <p:nvSpPr>
          <p:cNvPr id="36" name="TextBox 35">
            <a:extLst>
              <a:ext uri="{FF2B5EF4-FFF2-40B4-BE49-F238E27FC236}">
                <a16:creationId xmlns:a16="http://schemas.microsoft.com/office/drawing/2014/main" id="{4A447C6E-4985-AAC8-6158-B86DD5362046}"/>
              </a:ext>
            </a:extLst>
          </p:cNvPr>
          <p:cNvSpPr txBox="1"/>
          <p:nvPr/>
        </p:nvSpPr>
        <p:spPr>
          <a:xfrm>
            <a:off x="6925658" y="2590893"/>
            <a:ext cx="46835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Open Sans"/>
                <a:cs typeface="Open Sans"/>
              </a:rPr>
              <a:t>In a real å</a:t>
            </a:r>
            <a:endParaRPr lang="en-US"/>
          </a:p>
        </p:txBody>
      </p:sp>
      <p:sp>
        <p:nvSpPr>
          <p:cNvPr id="11" name="TextBox 10">
            <a:extLst>
              <a:ext uri="{FF2B5EF4-FFF2-40B4-BE49-F238E27FC236}">
                <a16:creationId xmlns:a16="http://schemas.microsoft.com/office/drawing/2014/main" id="{991ED4FF-1A69-7D2E-CF0A-A3C3559CE3A8}"/>
              </a:ext>
            </a:extLst>
          </p:cNvPr>
          <p:cNvSpPr txBox="1"/>
          <p:nvPr/>
        </p:nvSpPr>
        <p:spPr>
          <a:xfrm>
            <a:off x="5879541" y="2772905"/>
            <a:ext cx="6099099"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bg1"/>
                </a:solidFill>
                <a:ea typeface="+mn-lt"/>
                <a:cs typeface="+mn-lt"/>
              </a:rPr>
              <a:t>In a real example, you may use the code below to load data:</a:t>
            </a:r>
          </a:p>
          <a:p>
            <a:endParaRPr lang="en-US" sz="1600" dirty="0">
              <a:solidFill>
                <a:schemeClr val="bg1"/>
              </a:solidFill>
              <a:ea typeface="+mn-lt"/>
              <a:cs typeface="+mn-lt"/>
            </a:endParaRPr>
          </a:p>
          <a:p>
            <a:r>
              <a:rPr lang="en-US" sz="1600" dirty="0">
                <a:solidFill>
                  <a:schemeClr val="bg1"/>
                </a:solidFill>
                <a:ea typeface="+mn-lt"/>
                <a:cs typeface="+mn-lt"/>
              </a:rPr>
              <a:t>dataset = </a:t>
            </a:r>
            <a:r>
              <a:rPr lang="en-US" sz="1600" dirty="0" err="1">
                <a:solidFill>
                  <a:schemeClr val="bg1"/>
                </a:solidFill>
                <a:ea typeface="+mn-lt"/>
                <a:cs typeface="+mn-lt"/>
              </a:rPr>
              <a:t>MyDataset</a:t>
            </a:r>
            <a:r>
              <a:rPr lang="en-US" sz="1600" dirty="0">
                <a:solidFill>
                  <a:schemeClr val="bg1"/>
                </a:solidFill>
                <a:ea typeface="+mn-lt"/>
                <a:cs typeface="+mn-lt"/>
              </a:rPr>
              <a:t>('data.csv')</a:t>
            </a:r>
            <a:endParaRPr lang="en-US" sz="1600" dirty="0">
              <a:solidFill>
                <a:schemeClr val="bg1"/>
              </a:solidFill>
              <a:ea typeface="Open Sans"/>
              <a:cs typeface="Open Sans"/>
            </a:endParaRPr>
          </a:p>
          <a:p>
            <a:r>
              <a:rPr lang="en-US" sz="1600" dirty="0" err="1">
                <a:solidFill>
                  <a:schemeClr val="bg1"/>
                </a:solidFill>
                <a:ea typeface="+mn-lt"/>
                <a:cs typeface="+mn-lt"/>
              </a:rPr>
              <a:t>dataloader</a:t>
            </a:r>
            <a:r>
              <a:rPr lang="en-US" sz="1600" dirty="0">
                <a:solidFill>
                  <a:schemeClr val="bg1"/>
                </a:solidFill>
                <a:ea typeface="+mn-lt"/>
                <a:cs typeface="+mn-lt"/>
              </a:rPr>
              <a:t> = </a:t>
            </a:r>
            <a:r>
              <a:rPr lang="en-US" sz="1600" dirty="0" err="1">
                <a:solidFill>
                  <a:schemeClr val="bg1"/>
                </a:solidFill>
                <a:ea typeface="+mn-lt"/>
                <a:cs typeface="+mn-lt"/>
              </a:rPr>
              <a:t>DataLoader</a:t>
            </a:r>
            <a:r>
              <a:rPr lang="en-US" sz="1600" dirty="0">
                <a:solidFill>
                  <a:schemeClr val="bg1"/>
                </a:solidFill>
                <a:ea typeface="+mn-lt"/>
                <a:cs typeface="+mn-lt"/>
              </a:rPr>
              <a:t>(dataset, </a:t>
            </a:r>
            <a:r>
              <a:rPr lang="en-US" sz="1600" dirty="0" err="1">
                <a:solidFill>
                  <a:schemeClr val="bg1"/>
                </a:solidFill>
                <a:ea typeface="+mn-lt"/>
                <a:cs typeface="+mn-lt"/>
              </a:rPr>
              <a:t>batch_size</a:t>
            </a:r>
            <a:r>
              <a:rPr lang="en-US" sz="1600" dirty="0">
                <a:solidFill>
                  <a:schemeClr val="bg1"/>
                </a:solidFill>
                <a:ea typeface="+mn-lt"/>
                <a:cs typeface="+mn-lt"/>
              </a:rPr>
              <a:t>=4, shuffle=True)</a:t>
            </a:r>
            <a:endParaRPr lang="en-US" sz="1600" dirty="0">
              <a:solidFill>
                <a:schemeClr val="bg1"/>
              </a:solidFill>
              <a:ea typeface="Open Sans"/>
              <a:cs typeface="Open Sans"/>
            </a:endParaRPr>
          </a:p>
        </p:txBody>
      </p:sp>
      <p:pic>
        <p:nvPicPr>
          <p:cNvPr id="28" name="Picture 27">
            <a:extLst>
              <a:ext uri="{FF2B5EF4-FFF2-40B4-BE49-F238E27FC236}">
                <a16:creationId xmlns:a16="http://schemas.microsoft.com/office/drawing/2014/main" id="{21306316-42DA-D36F-EF31-B22C471377E5}"/>
              </a:ext>
            </a:extLst>
          </p:cNvPr>
          <p:cNvPicPr>
            <a:picLocks noChangeAspect="1"/>
          </p:cNvPicPr>
          <p:nvPr/>
        </p:nvPicPr>
        <p:blipFill>
          <a:blip r:embed="rId9"/>
          <a:stretch>
            <a:fillRect/>
          </a:stretch>
        </p:blipFill>
        <p:spPr>
          <a:xfrm>
            <a:off x="5876440" y="4107100"/>
            <a:ext cx="6134746" cy="1904902"/>
          </a:xfrm>
          <a:prstGeom prst="rect">
            <a:avLst/>
          </a:prstGeom>
        </p:spPr>
      </p:pic>
    </p:spTree>
    <p:extLst>
      <p:ext uri="{BB962C8B-B14F-4D97-AF65-F5344CB8AC3E}">
        <p14:creationId xmlns:p14="http://schemas.microsoft.com/office/powerpoint/2010/main" val="26826898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F1CB-1620-2388-81DB-405F8972CCC8}"/>
              </a:ext>
            </a:extLst>
          </p:cNvPr>
          <p:cNvSpPr>
            <a:spLocks noGrp="1"/>
          </p:cNvSpPr>
          <p:nvPr>
            <p:ph type="title"/>
          </p:nvPr>
        </p:nvSpPr>
        <p:spPr/>
        <p:txBody>
          <a:bodyPr/>
          <a:lstStyle/>
          <a:p>
            <a:r>
              <a:rPr lang="en-US" dirty="0">
                <a:ea typeface="Open Sans SemiBold"/>
                <a:cs typeface="Times New Roman"/>
              </a:rPr>
              <a:t>ML Steps in </a:t>
            </a:r>
            <a:r>
              <a:rPr lang="en-US" dirty="0" err="1">
                <a:ea typeface="Open Sans SemiBold"/>
                <a:cs typeface="Times New Roman"/>
              </a:rPr>
              <a:t>PyTorch</a:t>
            </a:r>
            <a:endParaRPr lang="en-US" dirty="0">
              <a:ea typeface="Open Sans SemiBold"/>
            </a:endParaRPr>
          </a:p>
        </p:txBody>
      </p:sp>
      <p:graphicFrame>
        <p:nvGraphicFramePr>
          <p:cNvPr id="6" name="Diagram 5">
            <a:extLst>
              <a:ext uri="{FF2B5EF4-FFF2-40B4-BE49-F238E27FC236}">
                <a16:creationId xmlns:a16="http://schemas.microsoft.com/office/drawing/2014/main" id="{85AD87CB-7CC2-325C-AF1E-5807695E899A}"/>
              </a:ext>
            </a:extLst>
          </p:cNvPr>
          <p:cNvGraphicFramePr/>
          <p:nvPr/>
        </p:nvGraphicFramePr>
        <p:xfrm>
          <a:off x="829901" y="1117349"/>
          <a:ext cx="10524653" cy="1620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 name="Rectangle 25">
            <a:extLst>
              <a:ext uri="{FF2B5EF4-FFF2-40B4-BE49-F238E27FC236}">
                <a16:creationId xmlns:a16="http://schemas.microsoft.com/office/drawing/2014/main" id="{456DCDB5-1907-463E-8613-9E041D0A1B73}"/>
              </a:ext>
            </a:extLst>
          </p:cNvPr>
          <p:cNvSpPr/>
          <p:nvPr/>
        </p:nvSpPr>
        <p:spPr>
          <a:xfrm>
            <a:off x="2448472" y="1423691"/>
            <a:ext cx="2142469" cy="9964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4A447C6E-4985-AAC8-6158-B86DD5362046}"/>
              </a:ext>
            </a:extLst>
          </p:cNvPr>
          <p:cNvSpPr txBox="1"/>
          <p:nvPr/>
        </p:nvSpPr>
        <p:spPr>
          <a:xfrm>
            <a:off x="6925658" y="2590893"/>
            <a:ext cx="46835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Open Sans"/>
                <a:cs typeface="Open Sans"/>
              </a:rPr>
              <a:t>In a real å</a:t>
            </a:r>
            <a:endParaRPr lang="en-US"/>
          </a:p>
        </p:txBody>
      </p:sp>
      <p:pic>
        <p:nvPicPr>
          <p:cNvPr id="19" name="Picture 18" descr="A screenshot of a computer code&#10;&#10;Description automatically generated">
            <a:extLst>
              <a:ext uri="{FF2B5EF4-FFF2-40B4-BE49-F238E27FC236}">
                <a16:creationId xmlns:a16="http://schemas.microsoft.com/office/drawing/2014/main" id="{E6C4838C-2702-A94D-B8B7-ABD44E7F90D2}"/>
              </a:ext>
            </a:extLst>
          </p:cNvPr>
          <p:cNvPicPr>
            <a:picLocks noChangeAspect="1"/>
          </p:cNvPicPr>
          <p:nvPr/>
        </p:nvPicPr>
        <p:blipFill>
          <a:blip r:embed="rId8"/>
          <a:stretch>
            <a:fillRect/>
          </a:stretch>
        </p:blipFill>
        <p:spPr>
          <a:xfrm>
            <a:off x="243728" y="3198159"/>
            <a:ext cx="5160310" cy="2182906"/>
          </a:xfrm>
          <a:prstGeom prst="rect">
            <a:avLst/>
          </a:prstGeom>
        </p:spPr>
      </p:pic>
      <p:sp>
        <p:nvSpPr>
          <p:cNvPr id="20" name="TextBox 19">
            <a:extLst>
              <a:ext uri="{FF2B5EF4-FFF2-40B4-BE49-F238E27FC236}">
                <a16:creationId xmlns:a16="http://schemas.microsoft.com/office/drawing/2014/main" id="{B014742E-E94E-6A0E-C53D-BC53ED9174BE}"/>
              </a:ext>
            </a:extLst>
          </p:cNvPr>
          <p:cNvSpPr txBox="1"/>
          <p:nvPr/>
        </p:nvSpPr>
        <p:spPr>
          <a:xfrm>
            <a:off x="245447" y="2749565"/>
            <a:ext cx="464305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err="1">
                <a:solidFill>
                  <a:schemeClr val="bg1"/>
                </a:solidFill>
                <a:ea typeface="Open Sans"/>
                <a:cs typeface="Open Sans"/>
              </a:rPr>
              <a:t>nn.Linear</a:t>
            </a:r>
            <a:r>
              <a:rPr lang="en-US" sz="2000" b="1" dirty="0">
                <a:solidFill>
                  <a:schemeClr val="bg1"/>
                </a:solidFill>
                <a:ea typeface="Open Sans"/>
                <a:cs typeface="Open Sans"/>
              </a:rPr>
              <a:t> (fully connected layer)</a:t>
            </a:r>
          </a:p>
        </p:txBody>
      </p:sp>
      <p:sp>
        <p:nvSpPr>
          <p:cNvPr id="21" name="TextBox 20">
            <a:extLst>
              <a:ext uri="{FF2B5EF4-FFF2-40B4-BE49-F238E27FC236}">
                <a16:creationId xmlns:a16="http://schemas.microsoft.com/office/drawing/2014/main" id="{FBD667A2-E1B6-6AA1-FB8A-7922758FCD22}"/>
              </a:ext>
            </a:extLst>
          </p:cNvPr>
          <p:cNvSpPr txBox="1"/>
          <p:nvPr/>
        </p:nvSpPr>
        <p:spPr>
          <a:xfrm>
            <a:off x="6493846" y="2695776"/>
            <a:ext cx="46430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bg1"/>
                </a:solidFill>
                <a:ea typeface="Open Sans"/>
                <a:cs typeface="Open Sans"/>
              </a:rPr>
              <a:t>Under the hood, you may define your own layer manually</a:t>
            </a:r>
          </a:p>
        </p:txBody>
      </p:sp>
      <p:pic>
        <p:nvPicPr>
          <p:cNvPr id="22" name="Picture 21" descr="A computer code with text&#10;&#10;Description automatically generated">
            <a:extLst>
              <a:ext uri="{FF2B5EF4-FFF2-40B4-BE49-F238E27FC236}">
                <a16:creationId xmlns:a16="http://schemas.microsoft.com/office/drawing/2014/main" id="{39543C4A-224A-9AD8-E989-3521B599F455}"/>
              </a:ext>
            </a:extLst>
          </p:cNvPr>
          <p:cNvPicPr>
            <a:picLocks noChangeAspect="1"/>
          </p:cNvPicPr>
          <p:nvPr/>
        </p:nvPicPr>
        <p:blipFill>
          <a:blip r:embed="rId9"/>
          <a:stretch>
            <a:fillRect/>
          </a:stretch>
        </p:blipFill>
        <p:spPr>
          <a:xfrm>
            <a:off x="5435676" y="3454339"/>
            <a:ext cx="6759389" cy="1659181"/>
          </a:xfrm>
          <a:prstGeom prst="rect">
            <a:avLst/>
          </a:prstGeom>
        </p:spPr>
      </p:pic>
      <p:sp>
        <p:nvSpPr>
          <p:cNvPr id="24" name="TextBox 23">
            <a:extLst>
              <a:ext uri="{FF2B5EF4-FFF2-40B4-BE49-F238E27FC236}">
                <a16:creationId xmlns:a16="http://schemas.microsoft.com/office/drawing/2014/main" id="{2EFBC320-1CB2-A08B-B1FF-CE0343546D1B}"/>
              </a:ext>
            </a:extLst>
          </p:cNvPr>
          <p:cNvSpPr txBox="1"/>
          <p:nvPr/>
        </p:nvSpPr>
        <p:spPr>
          <a:xfrm>
            <a:off x="5682195" y="5381065"/>
            <a:ext cx="592700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dirty="0">
                <a:solidFill>
                  <a:srgbClr val="454545"/>
                </a:solidFill>
                <a:latin typeface="Inter"/>
                <a:cs typeface="Segoe UI"/>
              </a:rPr>
              <a:t>Output = (Weight * Input) + Bias</a:t>
            </a:r>
            <a:r>
              <a:rPr lang="en-US" sz="1400" dirty="0">
                <a:latin typeface="Inter"/>
                <a:cs typeface="Segoe UI"/>
              </a:rPr>
              <a:t>​</a:t>
            </a:r>
          </a:p>
          <a:p>
            <a:pPr algn="just"/>
            <a:r>
              <a:rPr lang="en-US" sz="1400" dirty="0">
                <a:solidFill>
                  <a:srgbClr val="454545"/>
                </a:solidFill>
                <a:latin typeface="Inter"/>
                <a:cs typeface="Segoe UI"/>
              </a:rPr>
              <a:t>Y = AX + B (Linear)</a:t>
            </a:r>
          </a:p>
        </p:txBody>
      </p:sp>
    </p:spTree>
    <p:extLst>
      <p:ext uri="{BB962C8B-B14F-4D97-AF65-F5344CB8AC3E}">
        <p14:creationId xmlns:p14="http://schemas.microsoft.com/office/powerpoint/2010/main" val="799709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F1CB-1620-2388-81DB-405F8972CCC8}"/>
              </a:ext>
            </a:extLst>
          </p:cNvPr>
          <p:cNvSpPr>
            <a:spLocks noGrp="1"/>
          </p:cNvSpPr>
          <p:nvPr>
            <p:ph type="title"/>
          </p:nvPr>
        </p:nvSpPr>
        <p:spPr/>
        <p:txBody>
          <a:bodyPr/>
          <a:lstStyle/>
          <a:p>
            <a:r>
              <a:rPr lang="en-US" dirty="0">
                <a:ea typeface="Open Sans SemiBold"/>
                <a:cs typeface="Times New Roman"/>
              </a:rPr>
              <a:t>ML Steps in </a:t>
            </a:r>
            <a:r>
              <a:rPr lang="en-US" dirty="0" err="1">
                <a:ea typeface="Open Sans SemiBold"/>
                <a:cs typeface="Times New Roman"/>
              </a:rPr>
              <a:t>PyTorch</a:t>
            </a:r>
            <a:endParaRPr lang="en-US" dirty="0">
              <a:ea typeface="Open Sans SemiBold"/>
            </a:endParaRPr>
          </a:p>
        </p:txBody>
      </p:sp>
      <p:graphicFrame>
        <p:nvGraphicFramePr>
          <p:cNvPr id="6" name="Diagram 5">
            <a:extLst>
              <a:ext uri="{FF2B5EF4-FFF2-40B4-BE49-F238E27FC236}">
                <a16:creationId xmlns:a16="http://schemas.microsoft.com/office/drawing/2014/main" id="{85AD87CB-7CC2-325C-AF1E-5807695E899A}"/>
              </a:ext>
            </a:extLst>
          </p:cNvPr>
          <p:cNvGraphicFramePr/>
          <p:nvPr/>
        </p:nvGraphicFramePr>
        <p:xfrm>
          <a:off x="829901" y="1117349"/>
          <a:ext cx="10524653" cy="1620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 name="Rectangle 25">
            <a:extLst>
              <a:ext uri="{FF2B5EF4-FFF2-40B4-BE49-F238E27FC236}">
                <a16:creationId xmlns:a16="http://schemas.microsoft.com/office/drawing/2014/main" id="{456DCDB5-1907-463E-8613-9E041D0A1B73}"/>
              </a:ext>
            </a:extLst>
          </p:cNvPr>
          <p:cNvSpPr/>
          <p:nvPr/>
        </p:nvSpPr>
        <p:spPr>
          <a:xfrm>
            <a:off x="2453106" y="1423691"/>
            <a:ext cx="2142469" cy="9964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A computer code with green text&#10;&#10;Description automatically generated">
            <a:extLst>
              <a:ext uri="{FF2B5EF4-FFF2-40B4-BE49-F238E27FC236}">
                <a16:creationId xmlns:a16="http://schemas.microsoft.com/office/drawing/2014/main" id="{153CF5A9-EC4C-79DA-98A4-76EFCC146EE8}"/>
              </a:ext>
            </a:extLst>
          </p:cNvPr>
          <p:cNvPicPr>
            <a:picLocks noChangeAspect="1"/>
          </p:cNvPicPr>
          <p:nvPr/>
        </p:nvPicPr>
        <p:blipFill>
          <a:blip r:embed="rId8"/>
          <a:stretch>
            <a:fillRect/>
          </a:stretch>
        </p:blipFill>
        <p:spPr>
          <a:xfrm>
            <a:off x="833718" y="3432064"/>
            <a:ext cx="7763436" cy="2763965"/>
          </a:xfrm>
          <a:prstGeom prst="rect">
            <a:avLst/>
          </a:prstGeom>
        </p:spPr>
      </p:pic>
      <p:sp>
        <p:nvSpPr>
          <p:cNvPr id="27" name="Rectangle 26">
            <a:extLst>
              <a:ext uri="{FF2B5EF4-FFF2-40B4-BE49-F238E27FC236}">
                <a16:creationId xmlns:a16="http://schemas.microsoft.com/office/drawing/2014/main" id="{2A081384-71FE-7D2C-C6F6-C9E199B1FD77}"/>
              </a:ext>
            </a:extLst>
          </p:cNvPr>
          <p:cNvSpPr/>
          <p:nvPr/>
        </p:nvSpPr>
        <p:spPr>
          <a:xfrm>
            <a:off x="1622090" y="5857950"/>
            <a:ext cx="3004093" cy="2651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5508C01-94DF-D6DC-9306-1398A619978C}"/>
              </a:ext>
            </a:extLst>
          </p:cNvPr>
          <p:cNvSpPr txBox="1"/>
          <p:nvPr/>
        </p:nvSpPr>
        <p:spPr>
          <a:xfrm>
            <a:off x="806823" y="2734235"/>
            <a:ext cx="595256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000000"/>
                </a:solidFill>
                <a:cs typeface="Segoe UI"/>
              </a:rPr>
              <a:t>More layers in a container</a:t>
            </a:r>
            <a:endParaRPr lang="en-US" sz="2400" dirty="0">
              <a:ea typeface="Open Sans"/>
              <a:cs typeface="Open Sans"/>
            </a:endParaRPr>
          </a:p>
        </p:txBody>
      </p:sp>
      <p:sp>
        <p:nvSpPr>
          <p:cNvPr id="30" name="TextBox 29">
            <a:extLst>
              <a:ext uri="{FF2B5EF4-FFF2-40B4-BE49-F238E27FC236}">
                <a16:creationId xmlns:a16="http://schemas.microsoft.com/office/drawing/2014/main" id="{13A9BD61-C708-3D32-7BB9-0237A5514D3C}"/>
              </a:ext>
            </a:extLst>
          </p:cNvPr>
          <p:cNvSpPr txBox="1"/>
          <p:nvPr/>
        </p:nvSpPr>
        <p:spPr>
          <a:xfrm>
            <a:off x="9144000" y="4509247"/>
            <a:ext cx="27432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Whole Example:</a:t>
            </a:r>
            <a:endParaRPr lang="en-US" dirty="0">
              <a:solidFill>
                <a:schemeClr val="bg1"/>
              </a:solidFill>
            </a:endParaRPr>
          </a:p>
          <a:p>
            <a:r>
              <a:rPr lang="en-US" dirty="0">
                <a:solidFill>
                  <a:schemeClr val="bg1"/>
                </a:solidFill>
                <a:hlinkClick r:id="rId9">
                  <a:extLst>
                    <a:ext uri="{A12FA001-AC4F-418D-AE19-62706E023703}">
                      <ahyp:hlinkClr xmlns:ahyp="http://schemas.microsoft.com/office/drawing/2018/hyperlinkcolor" val="tx"/>
                    </a:ext>
                  </a:extLst>
                </a:hlinkClick>
              </a:rPr>
              <a:t>https://colab.research.google.com/drive/1_ru4CdNgz_MrtiPs5qUOaRoW_5q1R6cl?usp=sharing</a:t>
            </a:r>
            <a:endParaRPr lang="en-US">
              <a:solidFill>
                <a:schemeClr val="bg1"/>
              </a:solidFill>
              <a:ea typeface="Open Sans"/>
              <a:cs typeface="Open Sans"/>
            </a:endParaRPr>
          </a:p>
          <a:p>
            <a:endParaRPr lang="en-US" dirty="0">
              <a:solidFill>
                <a:schemeClr val="bg1"/>
              </a:solidFill>
              <a:ea typeface="Open Sans"/>
              <a:cs typeface="Open Sans"/>
            </a:endParaRPr>
          </a:p>
        </p:txBody>
      </p:sp>
    </p:spTree>
    <p:extLst>
      <p:ext uri="{BB962C8B-B14F-4D97-AF65-F5344CB8AC3E}">
        <p14:creationId xmlns:p14="http://schemas.microsoft.com/office/powerpoint/2010/main" val="3384514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F1CB-1620-2388-81DB-405F8972CCC8}"/>
              </a:ext>
            </a:extLst>
          </p:cNvPr>
          <p:cNvSpPr>
            <a:spLocks noGrp="1"/>
          </p:cNvSpPr>
          <p:nvPr>
            <p:ph type="title"/>
          </p:nvPr>
        </p:nvSpPr>
        <p:spPr/>
        <p:txBody>
          <a:bodyPr/>
          <a:lstStyle/>
          <a:p>
            <a:r>
              <a:rPr lang="en-US" dirty="0">
                <a:ea typeface="Open Sans SemiBold"/>
                <a:cs typeface="Times New Roman"/>
              </a:rPr>
              <a:t>ML Steps in </a:t>
            </a:r>
            <a:r>
              <a:rPr lang="en-US" dirty="0" err="1">
                <a:ea typeface="Open Sans SemiBold"/>
                <a:cs typeface="Times New Roman"/>
              </a:rPr>
              <a:t>PyTorch</a:t>
            </a:r>
            <a:endParaRPr lang="en-US" dirty="0">
              <a:ea typeface="Open Sans SemiBold"/>
            </a:endParaRPr>
          </a:p>
        </p:txBody>
      </p:sp>
      <p:graphicFrame>
        <p:nvGraphicFramePr>
          <p:cNvPr id="6" name="Diagram 5">
            <a:extLst>
              <a:ext uri="{FF2B5EF4-FFF2-40B4-BE49-F238E27FC236}">
                <a16:creationId xmlns:a16="http://schemas.microsoft.com/office/drawing/2014/main" id="{85AD87CB-7CC2-325C-AF1E-5807695E899A}"/>
              </a:ext>
            </a:extLst>
          </p:cNvPr>
          <p:cNvGraphicFramePr/>
          <p:nvPr/>
        </p:nvGraphicFramePr>
        <p:xfrm>
          <a:off x="829901" y="1117349"/>
          <a:ext cx="10524653" cy="1620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 name="Rectangle 25">
            <a:extLst>
              <a:ext uri="{FF2B5EF4-FFF2-40B4-BE49-F238E27FC236}">
                <a16:creationId xmlns:a16="http://schemas.microsoft.com/office/drawing/2014/main" id="{456DCDB5-1907-463E-8613-9E041D0A1B73}"/>
              </a:ext>
            </a:extLst>
          </p:cNvPr>
          <p:cNvSpPr/>
          <p:nvPr/>
        </p:nvSpPr>
        <p:spPr>
          <a:xfrm>
            <a:off x="4205554" y="1423691"/>
            <a:ext cx="2142469" cy="9964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4A447C6E-4985-AAC8-6158-B86DD5362046}"/>
              </a:ext>
            </a:extLst>
          </p:cNvPr>
          <p:cNvSpPr txBox="1"/>
          <p:nvPr/>
        </p:nvSpPr>
        <p:spPr>
          <a:xfrm>
            <a:off x="6925658" y="2590893"/>
            <a:ext cx="46835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Open Sans"/>
                <a:cs typeface="Open Sans"/>
              </a:rPr>
              <a:t>In a real å</a:t>
            </a:r>
            <a:endParaRPr lang="en-US"/>
          </a:p>
        </p:txBody>
      </p:sp>
      <p:pic>
        <p:nvPicPr>
          <p:cNvPr id="18" name="Picture 17" descr="A green and black text&#10;&#10;Description automatically generated">
            <a:extLst>
              <a:ext uri="{FF2B5EF4-FFF2-40B4-BE49-F238E27FC236}">
                <a16:creationId xmlns:a16="http://schemas.microsoft.com/office/drawing/2014/main" id="{B50FA9E6-A634-0934-B13D-57C5747C6B07}"/>
              </a:ext>
            </a:extLst>
          </p:cNvPr>
          <p:cNvPicPr>
            <a:picLocks noChangeAspect="1"/>
          </p:cNvPicPr>
          <p:nvPr/>
        </p:nvPicPr>
        <p:blipFill>
          <a:blip r:embed="rId8"/>
          <a:stretch>
            <a:fillRect/>
          </a:stretch>
        </p:blipFill>
        <p:spPr>
          <a:xfrm>
            <a:off x="1123390" y="2618254"/>
            <a:ext cx="3840256" cy="671233"/>
          </a:xfrm>
          <a:prstGeom prst="rect">
            <a:avLst/>
          </a:prstGeom>
        </p:spPr>
      </p:pic>
      <p:sp>
        <p:nvSpPr>
          <p:cNvPr id="23" name="TextBox 22">
            <a:extLst>
              <a:ext uri="{FF2B5EF4-FFF2-40B4-BE49-F238E27FC236}">
                <a16:creationId xmlns:a16="http://schemas.microsoft.com/office/drawing/2014/main" id="{CB9901BF-E4A7-003F-F39F-E77CAB05788F}"/>
              </a:ext>
            </a:extLst>
          </p:cNvPr>
          <p:cNvSpPr txBox="1"/>
          <p:nvPr/>
        </p:nvSpPr>
        <p:spPr>
          <a:xfrm>
            <a:off x="6348023" y="4609565"/>
            <a:ext cx="485027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Other Example: </a:t>
            </a:r>
            <a:endParaRPr lang="en-US" dirty="0">
              <a:solidFill>
                <a:schemeClr val="bg1"/>
              </a:solidFill>
            </a:endParaRPr>
          </a:p>
          <a:p>
            <a:pPr algn="l"/>
            <a:r>
              <a:rPr lang="en-US" dirty="0">
                <a:solidFill>
                  <a:schemeClr val="bg1"/>
                </a:solidFill>
              </a:rPr>
              <a:t># Cross Entropy (for classification tasks) criterion = </a:t>
            </a:r>
            <a:r>
              <a:rPr lang="en-US" dirty="0" err="1">
                <a:solidFill>
                  <a:schemeClr val="bg1"/>
                </a:solidFill>
              </a:rPr>
              <a:t>nn.CrossEntropyLoss</a:t>
            </a:r>
            <a:r>
              <a:rPr lang="en-US" dirty="0">
                <a:solidFill>
                  <a:schemeClr val="bg1"/>
                </a:solidFill>
              </a:rPr>
              <a:t>()</a:t>
            </a:r>
            <a:endParaRPr lang="en-US" dirty="0">
              <a:solidFill>
                <a:schemeClr val="bg1"/>
              </a:solidFill>
              <a:ea typeface="Open Sans"/>
              <a:cs typeface="Open Sans"/>
            </a:endParaRPr>
          </a:p>
        </p:txBody>
      </p:sp>
      <p:pic>
        <p:nvPicPr>
          <p:cNvPr id="27" name="Picture 26" descr="A diagram of a error&#10;&#10;Description automatically generated">
            <a:extLst>
              <a:ext uri="{FF2B5EF4-FFF2-40B4-BE49-F238E27FC236}">
                <a16:creationId xmlns:a16="http://schemas.microsoft.com/office/drawing/2014/main" id="{CB30DB63-F409-1E66-4C3E-68EBB6D21B31}"/>
              </a:ext>
            </a:extLst>
          </p:cNvPr>
          <p:cNvPicPr>
            <a:picLocks noChangeAspect="1"/>
          </p:cNvPicPr>
          <p:nvPr/>
        </p:nvPicPr>
        <p:blipFill>
          <a:blip r:embed="rId9"/>
          <a:stretch>
            <a:fillRect/>
          </a:stretch>
        </p:blipFill>
        <p:spPr>
          <a:xfrm>
            <a:off x="842096" y="3549214"/>
            <a:ext cx="4433823" cy="2674344"/>
          </a:xfrm>
          <a:prstGeom prst="rect">
            <a:avLst/>
          </a:prstGeom>
        </p:spPr>
      </p:pic>
      <p:sp>
        <p:nvSpPr>
          <p:cNvPr id="28" name="TextBox 27">
            <a:extLst>
              <a:ext uri="{FF2B5EF4-FFF2-40B4-BE49-F238E27FC236}">
                <a16:creationId xmlns:a16="http://schemas.microsoft.com/office/drawing/2014/main" id="{4611F5F7-48CF-5C64-8F64-967005AC7006}"/>
              </a:ext>
            </a:extLst>
          </p:cNvPr>
          <p:cNvSpPr txBox="1"/>
          <p:nvPr/>
        </p:nvSpPr>
        <p:spPr>
          <a:xfrm>
            <a:off x="6280498" y="2771040"/>
            <a:ext cx="668391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Under the hood, it just something like this:</a:t>
            </a:r>
          </a:p>
        </p:txBody>
      </p:sp>
      <p:pic>
        <p:nvPicPr>
          <p:cNvPr id="29" name="Picture 28" descr="A close-up of words&#10;&#10;Description automatically generated">
            <a:extLst>
              <a:ext uri="{FF2B5EF4-FFF2-40B4-BE49-F238E27FC236}">
                <a16:creationId xmlns:a16="http://schemas.microsoft.com/office/drawing/2014/main" id="{B92BF289-5DBA-FB14-763B-094F0AE75B2C}"/>
              </a:ext>
            </a:extLst>
          </p:cNvPr>
          <p:cNvPicPr>
            <a:picLocks noChangeAspect="1"/>
          </p:cNvPicPr>
          <p:nvPr/>
        </p:nvPicPr>
        <p:blipFill>
          <a:blip r:embed="rId10"/>
          <a:stretch>
            <a:fillRect/>
          </a:stretch>
        </p:blipFill>
        <p:spPr>
          <a:xfrm>
            <a:off x="6217023" y="3209052"/>
            <a:ext cx="5974977" cy="684680"/>
          </a:xfrm>
          <a:prstGeom prst="rect">
            <a:avLst/>
          </a:prstGeom>
        </p:spPr>
      </p:pic>
    </p:spTree>
    <p:extLst>
      <p:ext uri="{BB962C8B-B14F-4D97-AF65-F5344CB8AC3E}">
        <p14:creationId xmlns:p14="http://schemas.microsoft.com/office/powerpoint/2010/main" val="3793143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F1CB-1620-2388-81DB-405F8972CCC8}"/>
              </a:ext>
            </a:extLst>
          </p:cNvPr>
          <p:cNvSpPr>
            <a:spLocks noGrp="1"/>
          </p:cNvSpPr>
          <p:nvPr>
            <p:ph type="title"/>
          </p:nvPr>
        </p:nvSpPr>
        <p:spPr/>
        <p:txBody>
          <a:bodyPr/>
          <a:lstStyle/>
          <a:p>
            <a:r>
              <a:rPr lang="en-US" dirty="0">
                <a:ea typeface="Open Sans SemiBold"/>
                <a:cs typeface="Times New Roman"/>
              </a:rPr>
              <a:t>ML Steps in </a:t>
            </a:r>
            <a:r>
              <a:rPr lang="en-US" dirty="0" err="1">
                <a:ea typeface="Open Sans SemiBold"/>
                <a:cs typeface="Times New Roman"/>
              </a:rPr>
              <a:t>PyTorch</a:t>
            </a:r>
            <a:endParaRPr lang="en-US" dirty="0">
              <a:ea typeface="Open Sans SemiBold"/>
            </a:endParaRPr>
          </a:p>
        </p:txBody>
      </p:sp>
      <p:graphicFrame>
        <p:nvGraphicFramePr>
          <p:cNvPr id="6" name="Diagram 5">
            <a:extLst>
              <a:ext uri="{FF2B5EF4-FFF2-40B4-BE49-F238E27FC236}">
                <a16:creationId xmlns:a16="http://schemas.microsoft.com/office/drawing/2014/main" id="{85AD87CB-7CC2-325C-AF1E-5807695E899A}"/>
              </a:ext>
            </a:extLst>
          </p:cNvPr>
          <p:cNvGraphicFramePr/>
          <p:nvPr/>
        </p:nvGraphicFramePr>
        <p:xfrm>
          <a:off x="829901" y="1117349"/>
          <a:ext cx="10524653" cy="1620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 name="Rectangle 25">
            <a:extLst>
              <a:ext uri="{FF2B5EF4-FFF2-40B4-BE49-F238E27FC236}">
                <a16:creationId xmlns:a16="http://schemas.microsoft.com/office/drawing/2014/main" id="{456DCDB5-1907-463E-8613-9E041D0A1B73}"/>
              </a:ext>
            </a:extLst>
          </p:cNvPr>
          <p:cNvSpPr/>
          <p:nvPr/>
        </p:nvSpPr>
        <p:spPr>
          <a:xfrm>
            <a:off x="5855060" y="1423691"/>
            <a:ext cx="2142469" cy="9964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4A447C6E-4985-AAC8-6158-B86DD5362046}"/>
              </a:ext>
            </a:extLst>
          </p:cNvPr>
          <p:cNvSpPr txBox="1"/>
          <p:nvPr/>
        </p:nvSpPr>
        <p:spPr>
          <a:xfrm>
            <a:off x="6925658" y="2590893"/>
            <a:ext cx="46835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Open Sans"/>
                <a:cs typeface="Open Sans"/>
              </a:rPr>
              <a:t>In a real å</a:t>
            </a:r>
            <a:endParaRPr lang="en-US"/>
          </a:p>
        </p:txBody>
      </p:sp>
      <p:pic>
        <p:nvPicPr>
          <p:cNvPr id="19" name="Picture 18" descr="A black text on a white background&#10;&#10;Description automatically generated">
            <a:extLst>
              <a:ext uri="{FF2B5EF4-FFF2-40B4-BE49-F238E27FC236}">
                <a16:creationId xmlns:a16="http://schemas.microsoft.com/office/drawing/2014/main" id="{13D37884-13F5-F8A9-04AC-1DF00656F9F2}"/>
              </a:ext>
            </a:extLst>
          </p:cNvPr>
          <p:cNvPicPr>
            <a:picLocks noChangeAspect="1"/>
          </p:cNvPicPr>
          <p:nvPr/>
        </p:nvPicPr>
        <p:blipFill>
          <a:blip r:embed="rId8"/>
          <a:stretch>
            <a:fillRect/>
          </a:stretch>
        </p:blipFill>
        <p:spPr>
          <a:xfrm>
            <a:off x="737347" y="3561789"/>
            <a:ext cx="5463989" cy="639857"/>
          </a:xfrm>
          <a:prstGeom prst="rect">
            <a:avLst/>
          </a:prstGeom>
        </p:spPr>
      </p:pic>
      <p:pic>
        <p:nvPicPr>
          <p:cNvPr id="21" name="Picture 20" descr="A diagram of a weight curve&#10;&#10;Description automatically generated">
            <a:extLst>
              <a:ext uri="{FF2B5EF4-FFF2-40B4-BE49-F238E27FC236}">
                <a16:creationId xmlns:a16="http://schemas.microsoft.com/office/drawing/2014/main" id="{4BD6376A-F599-CBBE-774E-97A61636BEBD}"/>
              </a:ext>
            </a:extLst>
          </p:cNvPr>
          <p:cNvPicPr>
            <a:picLocks noChangeAspect="1"/>
          </p:cNvPicPr>
          <p:nvPr/>
        </p:nvPicPr>
        <p:blipFill>
          <a:blip r:embed="rId9"/>
          <a:stretch>
            <a:fillRect/>
          </a:stretch>
        </p:blipFill>
        <p:spPr>
          <a:xfrm>
            <a:off x="6672170" y="2734690"/>
            <a:ext cx="5178071" cy="2935697"/>
          </a:xfrm>
          <a:prstGeom prst="rect">
            <a:avLst/>
          </a:prstGeom>
        </p:spPr>
      </p:pic>
      <p:sp>
        <p:nvSpPr>
          <p:cNvPr id="22" name="TextBox 21">
            <a:extLst>
              <a:ext uri="{FF2B5EF4-FFF2-40B4-BE49-F238E27FC236}">
                <a16:creationId xmlns:a16="http://schemas.microsoft.com/office/drawing/2014/main" id="{33655D14-7C96-DDBE-4B07-73268E7F1580}"/>
              </a:ext>
            </a:extLst>
          </p:cNvPr>
          <p:cNvSpPr txBox="1"/>
          <p:nvPr/>
        </p:nvSpPr>
        <p:spPr>
          <a:xfrm>
            <a:off x="735105" y="2832847"/>
            <a:ext cx="511884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Here we use  Stochastic Gradient Descent Optimizer</a:t>
            </a:r>
            <a:endParaRPr lang="en-US" dirty="0">
              <a:solidFill>
                <a:schemeClr val="bg1"/>
              </a:solidFill>
              <a:ea typeface="Open Sans"/>
              <a:cs typeface="Open Sans"/>
            </a:endParaRPr>
          </a:p>
        </p:txBody>
      </p:sp>
    </p:spTree>
    <p:extLst>
      <p:ext uri="{BB962C8B-B14F-4D97-AF65-F5344CB8AC3E}">
        <p14:creationId xmlns:p14="http://schemas.microsoft.com/office/powerpoint/2010/main" val="2743086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F1CB-1620-2388-81DB-405F8972CCC8}"/>
              </a:ext>
            </a:extLst>
          </p:cNvPr>
          <p:cNvSpPr>
            <a:spLocks noGrp="1"/>
          </p:cNvSpPr>
          <p:nvPr>
            <p:ph type="title"/>
          </p:nvPr>
        </p:nvSpPr>
        <p:spPr/>
        <p:txBody>
          <a:bodyPr/>
          <a:lstStyle/>
          <a:p>
            <a:r>
              <a:rPr lang="en-US" dirty="0">
                <a:ea typeface="Open Sans SemiBold"/>
                <a:cs typeface="Times New Roman"/>
              </a:rPr>
              <a:t>ML Steps in </a:t>
            </a:r>
            <a:r>
              <a:rPr lang="en-US" dirty="0" err="1">
                <a:ea typeface="Open Sans SemiBold"/>
                <a:cs typeface="Times New Roman"/>
              </a:rPr>
              <a:t>PyTorch</a:t>
            </a:r>
            <a:endParaRPr lang="en-US" dirty="0">
              <a:ea typeface="Open Sans SemiBold"/>
            </a:endParaRPr>
          </a:p>
        </p:txBody>
      </p:sp>
      <p:graphicFrame>
        <p:nvGraphicFramePr>
          <p:cNvPr id="6" name="Diagram 5">
            <a:extLst>
              <a:ext uri="{FF2B5EF4-FFF2-40B4-BE49-F238E27FC236}">
                <a16:creationId xmlns:a16="http://schemas.microsoft.com/office/drawing/2014/main" id="{85AD87CB-7CC2-325C-AF1E-5807695E899A}"/>
              </a:ext>
            </a:extLst>
          </p:cNvPr>
          <p:cNvGraphicFramePr/>
          <p:nvPr/>
        </p:nvGraphicFramePr>
        <p:xfrm>
          <a:off x="829901" y="1117349"/>
          <a:ext cx="10524653" cy="1620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 name="Rectangle 25">
            <a:extLst>
              <a:ext uri="{FF2B5EF4-FFF2-40B4-BE49-F238E27FC236}">
                <a16:creationId xmlns:a16="http://schemas.microsoft.com/office/drawing/2014/main" id="{456DCDB5-1907-463E-8613-9E041D0A1B73}"/>
              </a:ext>
            </a:extLst>
          </p:cNvPr>
          <p:cNvSpPr/>
          <p:nvPr/>
        </p:nvSpPr>
        <p:spPr>
          <a:xfrm>
            <a:off x="7746613" y="1423691"/>
            <a:ext cx="2142469" cy="9964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screen shot of a computer code&#10;&#10;Description automatically generated">
            <a:extLst>
              <a:ext uri="{FF2B5EF4-FFF2-40B4-BE49-F238E27FC236}">
                <a16:creationId xmlns:a16="http://schemas.microsoft.com/office/drawing/2014/main" id="{8264A2DE-282A-4D91-2C03-8D1B25BD6571}"/>
              </a:ext>
            </a:extLst>
          </p:cNvPr>
          <p:cNvPicPr>
            <a:picLocks noChangeAspect="1"/>
          </p:cNvPicPr>
          <p:nvPr/>
        </p:nvPicPr>
        <p:blipFill>
          <a:blip r:embed="rId8"/>
          <a:stretch>
            <a:fillRect/>
          </a:stretch>
        </p:blipFill>
        <p:spPr>
          <a:xfrm>
            <a:off x="833718" y="2586318"/>
            <a:ext cx="5495365" cy="3343836"/>
          </a:xfrm>
          <a:prstGeom prst="rect">
            <a:avLst/>
          </a:prstGeom>
        </p:spPr>
      </p:pic>
      <p:sp>
        <p:nvSpPr>
          <p:cNvPr id="20" name="TextBox 19">
            <a:extLst>
              <a:ext uri="{FF2B5EF4-FFF2-40B4-BE49-F238E27FC236}">
                <a16:creationId xmlns:a16="http://schemas.microsoft.com/office/drawing/2014/main" id="{E9BF456C-FA83-6701-735E-64516AC7A364}"/>
              </a:ext>
            </a:extLst>
          </p:cNvPr>
          <p:cNvSpPr txBox="1"/>
          <p:nvPr/>
        </p:nvSpPr>
        <p:spPr>
          <a:xfrm>
            <a:off x="6545924" y="2589929"/>
            <a:ext cx="480772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dirty="0">
                <a:solidFill>
                  <a:schemeClr val="bg1"/>
                </a:solidFill>
                <a:ea typeface="Open Sans"/>
                <a:cs typeface="Open Sans"/>
              </a:rPr>
              <a:t>Take the input: put </a:t>
            </a:r>
            <a:r>
              <a:rPr lang="en-US" dirty="0" err="1">
                <a:solidFill>
                  <a:schemeClr val="bg1"/>
                </a:solidFill>
                <a:ea typeface="Open Sans"/>
                <a:cs typeface="Open Sans"/>
              </a:rPr>
              <a:t>xs</a:t>
            </a:r>
            <a:r>
              <a:rPr lang="en-US" dirty="0">
                <a:solidFill>
                  <a:schemeClr val="bg1"/>
                </a:solidFill>
                <a:ea typeface="Open Sans"/>
                <a:cs typeface="Open Sans"/>
              </a:rPr>
              <a:t> to model,</a:t>
            </a:r>
          </a:p>
          <a:p>
            <a:pPr marL="285750" indent="-285750">
              <a:buFont typeface="Calibri"/>
              <a:buChar char="-"/>
            </a:pPr>
            <a:r>
              <a:rPr lang="en-US" dirty="0">
                <a:solidFill>
                  <a:schemeClr val="bg1"/>
                </a:solidFill>
                <a:ea typeface="Open Sans"/>
                <a:cs typeface="Open Sans"/>
              </a:rPr>
              <a:t>Calculate the loss</a:t>
            </a:r>
          </a:p>
          <a:p>
            <a:pPr marL="285750" indent="-285750">
              <a:buFont typeface="Calibri"/>
              <a:buChar char="-"/>
            </a:pPr>
            <a:r>
              <a:rPr lang="en-US" dirty="0">
                <a:solidFill>
                  <a:schemeClr val="bg1"/>
                </a:solidFill>
                <a:ea typeface="Open Sans"/>
                <a:cs typeface="Open Sans"/>
              </a:rPr>
              <a:t>Zero the gradients before the backward pass in current iteration</a:t>
            </a:r>
            <a:br>
              <a:rPr lang="en-US" dirty="0">
                <a:solidFill>
                  <a:schemeClr val="bg1"/>
                </a:solidFill>
                <a:ea typeface="Open Sans"/>
                <a:cs typeface="Open Sans"/>
              </a:rPr>
            </a:br>
            <a:r>
              <a:rPr lang="en-US" dirty="0">
                <a:solidFill>
                  <a:schemeClr val="bg1"/>
                </a:solidFill>
                <a:ea typeface="+mn-lt"/>
                <a:cs typeface="+mn-lt"/>
              </a:rPr>
              <a:t>    </a:t>
            </a:r>
            <a:r>
              <a:rPr lang="en-US" dirty="0" err="1">
                <a:solidFill>
                  <a:schemeClr val="bg1"/>
                </a:solidFill>
                <a:ea typeface="+mn-lt"/>
                <a:cs typeface="+mn-lt"/>
              </a:rPr>
              <a:t>optimizer.zero_grad</a:t>
            </a:r>
            <a:r>
              <a:rPr lang="en-US" dirty="0">
                <a:solidFill>
                  <a:schemeClr val="bg1"/>
                </a:solidFill>
                <a:ea typeface="+mn-lt"/>
                <a:cs typeface="+mn-lt"/>
              </a:rPr>
              <a:t>()  </a:t>
            </a:r>
          </a:p>
          <a:p>
            <a:pPr marL="285750" indent="-285750">
              <a:buFont typeface="Calibri"/>
              <a:buChar char="-"/>
            </a:pPr>
            <a:r>
              <a:rPr lang="en-US" dirty="0" err="1">
                <a:solidFill>
                  <a:schemeClr val="bg1"/>
                </a:solidFill>
                <a:ea typeface="+mn-lt"/>
                <a:cs typeface="+mn-lt"/>
              </a:rPr>
              <a:t>loss.backward</a:t>
            </a:r>
            <a:r>
              <a:rPr lang="en-US" dirty="0">
                <a:solidFill>
                  <a:schemeClr val="bg1"/>
                </a:solidFill>
                <a:ea typeface="+mn-lt"/>
                <a:cs typeface="+mn-lt"/>
              </a:rPr>
              <a:t>()  # Compute gradients</a:t>
            </a:r>
          </a:p>
          <a:p>
            <a:pPr marL="285750" indent="-285750">
              <a:buFont typeface="Calibri"/>
              <a:buChar char="-"/>
            </a:pPr>
            <a:r>
              <a:rPr lang="en-US" dirty="0" err="1">
                <a:solidFill>
                  <a:schemeClr val="bg1"/>
                </a:solidFill>
                <a:ea typeface="Open Sans"/>
                <a:cs typeface="Open Sans"/>
              </a:rPr>
              <a:t>Optimizer.step</a:t>
            </a:r>
            <a:r>
              <a:rPr lang="en-US" dirty="0">
                <a:solidFill>
                  <a:schemeClr val="bg1"/>
                </a:solidFill>
                <a:ea typeface="Open Sans"/>
                <a:cs typeface="Open Sans"/>
              </a:rPr>
              <a:t>() # </a:t>
            </a:r>
            <a:r>
              <a:rPr lang="en-US" dirty="0">
                <a:solidFill>
                  <a:schemeClr val="bg1"/>
                </a:solidFill>
                <a:ea typeface="+mn-lt"/>
                <a:cs typeface="+mn-lt"/>
              </a:rPr>
              <a:t># Update parameters based on gradients</a:t>
            </a:r>
          </a:p>
        </p:txBody>
      </p:sp>
    </p:spTree>
    <p:extLst>
      <p:ext uri="{BB962C8B-B14F-4D97-AF65-F5344CB8AC3E}">
        <p14:creationId xmlns:p14="http://schemas.microsoft.com/office/powerpoint/2010/main" val="4001943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F1CB-1620-2388-81DB-405F8972CCC8}"/>
              </a:ext>
            </a:extLst>
          </p:cNvPr>
          <p:cNvSpPr>
            <a:spLocks noGrp="1"/>
          </p:cNvSpPr>
          <p:nvPr>
            <p:ph type="title"/>
          </p:nvPr>
        </p:nvSpPr>
        <p:spPr/>
        <p:txBody>
          <a:bodyPr/>
          <a:lstStyle/>
          <a:p>
            <a:r>
              <a:rPr lang="en-US" dirty="0">
                <a:ea typeface="Open Sans SemiBold"/>
                <a:cs typeface="Times New Roman"/>
              </a:rPr>
              <a:t>ML Steps in </a:t>
            </a:r>
            <a:r>
              <a:rPr lang="en-US" dirty="0" err="1">
                <a:ea typeface="Open Sans SemiBold"/>
                <a:cs typeface="Times New Roman"/>
              </a:rPr>
              <a:t>PyTorch</a:t>
            </a:r>
            <a:endParaRPr lang="en-US" dirty="0">
              <a:ea typeface="Open Sans SemiBold"/>
            </a:endParaRPr>
          </a:p>
        </p:txBody>
      </p:sp>
      <p:graphicFrame>
        <p:nvGraphicFramePr>
          <p:cNvPr id="6" name="Diagram 5">
            <a:extLst>
              <a:ext uri="{FF2B5EF4-FFF2-40B4-BE49-F238E27FC236}">
                <a16:creationId xmlns:a16="http://schemas.microsoft.com/office/drawing/2014/main" id="{85AD87CB-7CC2-325C-AF1E-5807695E899A}"/>
              </a:ext>
            </a:extLst>
          </p:cNvPr>
          <p:cNvGraphicFramePr/>
          <p:nvPr/>
        </p:nvGraphicFramePr>
        <p:xfrm>
          <a:off x="829901" y="1117349"/>
          <a:ext cx="10524653" cy="1620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 name="Rectangle 25">
            <a:extLst>
              <a:ext uri="{FF2B5EF4-FFF2-40B4-BE49-F238E27FC236}">
                <a16:creationId xmlns:a16="http://schemas.microsoft.com/office/drawing/2014/main" id="{456DCDB5-1907-463E-8613-9E041D0A1B73}"/>
              </a:ext>
            </a:extLst>
          </p:cNvPr>
          <p:cNvSpPr/>
          <p:nvPr/>
        </p:nvSpPr>
        <p:spPr>
          <a:xfrm>
            <a:off x="9212494" y="1423691"/>
            <a:ext cx="2142469" cy="9964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A computer code with black text&#10;&#10;Description automatically generated">
            <a:extLst>
              <a:ext uri="{FF2B5EF4-FFF2-40B4-BE49-F238E27FC236}">
                <a16:creationId xmlns:a16="http://schemas.microsoft.com/office/drawing/2014/main" id="{3E4E6BF9-FD40-2A84-2DAD-8E2F1C239454}"/>
              </a:ext>
            </a:extLst>
          </p:cNvPr>
          <p:cNvPicPr>
            <a:picLocks noChangeAspect="1"/>
          </p:cNvPicPr>
          <p:nvPr/>
        </p:nvPicPr>
        <p:blipFill>
          <a:blip r:embed="rId8"/>
          <a:stretch>
            <a:fillRect/>
          </a:stretch>
        </p:blipFill>
        <p:spPr>
          <a:xfrm>
            <a:off x="1215838" y="2881032"/>
            <a:ext cx="5134536" cy="1660712"/>
          </a:xfrm>
          <a:prstGeom prst="rect">
            <a:avLst/>
          </a:prstGeom>
        </p:spPr>
      </p:pic>
      <p:sp>
        <p:nvSpPr>
          <p:cNvPr id="60" name="TextBox 59">
            <a:extLst>
              <a:ext uri="{FF2B5EF4-FFF2-40B4-BE49-F238E27FC236}">
                <a16:creationId xmlns:a16="http://schemas.microsoft.com/office/drawing/2014/main" id="{5191F4A6-AB80-BF7A-7BDD-0BD2018D2635}"/>
              </a:ext>
            </a:extLst>
          </p:cNvPr>
          <p:cNvSpPr txBox="1"/>
          <p:nvPr/>
        </p:nvSpPr>
        <p:spPr>
          <a:xfrm>
            <a:off x="1219200" y="4580965"/>
            <a:ext cx="696557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solidFill>
                  <a:schemeClr val="bg1"/>
                </a:solidFill>
              </a:rPr>
              <a:t>torch.no_grad</a:t>
            </a:r>
            <a:r>
              <a:rPr lang="en-US" b="1" dirty="0">
                <a:solidFill>
                  <a:schemeClr val="bg1"/>
                </a:solidFill>
              </a:rPr>
              <a:t>() :</a:t>
            </a:r>
            <a:endParaRPr lang="en-US" b="1" dirty="0">
              <a:solidFill>
                <a:schemeClr val="bg1"/>
              </a:solidFill>
              <a:ea typeface="Open Sans"/>
              <a:cs typeface="Open Sans"/>
            </a:endParaRPr>
          </a:p>
          <a:p>
            <a:r>
              <a:rPr lang="en-US" dirty="0">
                <a:solidFill>
                  <a:schemeClr val="bg1"/>
                </a:solidFill>
              </a:rPr>
              <a:t>Prevents calculations from being added into gradient computation graph. Usually used to prevent accidental training on validation/testing data.</a:t>
            </a:r>
            <a:endParaRPr lang="en-US" dirty="0">
              <a:solidFill>
                <a:schemeClr val="bg1"/>
              </a:solidFill>
              <a:ea typeface="Open Sans"/>
              <a:cs typeface="Open Sans"/>
            </a:endParaRPr>
          </a:p>
          <a:p>
            <a:endParaRPr lang="en-US" dirty="0">
              <a:solidFill>
                <a:schemeClr val="bg1"/>
              </a:solidFill>
              <a:ea typeface="+mn-lt"/>
              <a:cs typeface="+mn-lt"/>
            </a:endParaRPr>
          </a:p>
          <a:p>
            <a:r>
              <a:rPr lang="en-US" b="1" dirty="0" err="1">
                <a:solidFill>
                  <a:schemeClr val="bg1"/>
                </a:solidFill>
                <a:ea typeface="+mn-lt"/>
                <a:cs typeface="+mn-lt"/>
              </a:rPr>
              <a:t>model.eval</a:t>
            </a:r>
            <a:r>
              <a:rPr lang="en-US" b="1" dirty="0">
                <a:solidFill>
                  <a:schemeClr val="bg1"/>
                </a:solidFill>
                <a:ea typeface="+mn-lt"/>
                <a:cs typeface="+mn-lt"/>
              </a:rPr>
              <a:t>(): put model in evaluation mode</a:t>
            </a:r>
            <a:endParaRPr lang="en-US" b="1" dirty="0">
              <a:solidFill>
                <a:schemeClr val="bg1"/>
              </a:solidFill>
            </a:endParaRPr>
          </a:p>
          <a:p>
            <a:endParaRPr lang="en-US" dirty="0">
              <a:solidFill>
                <a:schemeClr val="bg1"/>
              </a:solidFill>
              <a:ea typeface="Open Sans"/>
              <a:cs typeface="Open Sans"/>
            </a:endParaRPr>
          </a:p>
        </p:txBody>
      </p:sp>
    </p:spTree>
    <p:extLst>
      <p:ext uri="{BB962C8B-B14F-4D97-AF65-F5344CB8AC3E}">
        <p14:creationId xmlns:p14="http://schemas.microsoft.com/office/powerpoint/2010/main" val="2233637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F1CB-1620-2388-81DB-405F8972CCC8}"/>
              </a:ext>
            </a:extLst>
          </p:cNvPr>
          <p:cNvSpPr>
            <a:spLocks noGrp="1"/>
          </p:cNvSpPr>
          <p:nvPr>
            <p:ph type="title"/>
          </p:nvPr>
        </p:nvSpPr>
        <p:spPr/>
        <p:txBody>
          <a:bodyPr/>
          <a:lstStyle/>
          <a:p>
            <a:r>
              <a:rPr lang="en-US" dirty="0">
                <a:ea typeface="Open Sans SemiBold"/>
                <a:cs typeface="Times New Roman"/>
              </a:rPr>
              <a:t>ML Steps in </a:t>
            </a:r>
            <a:r>
              <a:rPr lang="en-US" dirty="0" err="1">
                <a:ea typeface="Open Sans SemiBold"/>
                <a:cs typeface="Times New Roman"/>
              </a:rPr>
              <a:t>PyTorch</a:t>
            </a:r>
            <a:endParaRPr lang="en-US" dirty="0">
              <a:ea typeface="Open Sans SemiBold"/>
            </a:endParaRPr>
          </a:p>
        </p:txBody>
      </p:sp>
      <p:graphicFrame>
        <p:nvGraphicFramePr>
          <p:cNvPr id="6" name="Diagram 5">
            <a:extLst>
              <a:ext uri="{FF2B5EF4-FFF2-40B4-BE49-F238E27FC236}">
                <a16:creationId xmlns:a16="http://schemas.microsoft.com/office/drawing/2014/main" id="{85AD87CB-7CC2-325C-AF1E-5807695E899A}"/>
              </a:ext>
            </a:extLst>
          </p:cNvPr>
          <p:cNvGraphicFramePr/>
          <p:nvPr/>
        </p:nvGraphicFramePr>
        <p:xfrm>
          <a:off x="829901" y="1117349"/>
          <a:ext cx="10524653" cy="1620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 name="Rectangle 25">
            <a:extLst>
              <a:ext uri="{FF2B5EF4-FFF2-40B4-BE49-F238E27FC236}">
                <a16:creationId xmlns:a16="http://schemas.microsoft.com/office/drawing/2014/main" id="{456DCDB5-1907-463E-8613-9E041D0A1B73}"/>
              </a:ext>
            </a:extLst>
          </p:cNvPr>
          <p:cNvSpPr/>
          <p:nvPr/>
        </p:nvSpPr>
        <p:spPr>
          <a:xfrm>
            <a:off x="7536094" y="1423691"/>
            <a:ext cx="2142469" cy="9964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27A85E2-EA77-794E-00CE-241042CB45C8}"/>
              </a:ext>
            </a:extLst>
          </p:cNvPr>
          <p:cNvSpPr txBox="1"/>
          <p:nvPr/>
        </p:nvSpPr>
        <p:spPr>
          <a:xfrm>
            <a:off x="242047" y="2725271"/>
            <a:ext cx="453614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000000"/>
                </a:solidFill>
                <a:cs typeface="Segoe UI"/>
              </a:rPr>
              <a:t>Use GPU: move input and model to GPU</a:t>
            </a:r>
            <a:endParaRPr lang="en-US" dirty="0">
              <a:solidFill>
                <a:srgbClr val="FFFFFF"/>
              </a:solidFill>
              <a:ea typeface="Open Sans"/>
              <a:cs typeface="Open Sans"/>
            </a:endParaRPr>
          </a:p>
        </p:txBody>
      </p:sp>
      <p:pic>
        <p:nvPicPr>
          <p:cNvPr id="20" name="Picture 19" descr="A screenshot of a computer&#10;&#10;Description automatically generated">
            <a:extLst>
              <a:ext uri="{FF2B5EF4-FFF2-40B4-BE49-F238E27FC236}">
                <a16:creationId xmlns:a16="http://schemas.microsoft.com/office/drawing/2014/main" id="{90152DE0-76F2-1EC2-495B-2D1E1FE6DD4F}"/>
              </a:ext>
            </a:extLst>
          </p:cNvPr>
          <p:cNvPicPr>
            <a:picLocks noChangeAspect="1"/>
          </p:cNvPicPr>
          <p:nvPr/>
        </p:nvPicPr>
        <p:blipFill>
          <a:blip r:embed="rId8"/>
          <a:stretch>
            <a:fillRect/>
          </a:stretch>
        </p:blipFill>
        <p:spPr>
          <a:xfrm>
            <a:off x="242047" y="4074724"/>
            <a:ext cx="4473391" cy="2186856"/>
          </a:xfrm>
          <a:prstGeom prst="rect">
            <a:avLst/>
          </a:prstGeom>
        </p:spPr>
      </p:pic>
      <p:pic>
        <p:nvPicPr>
          <p:cNvPr id="38" name="Picture 37" descr="A close-up of words&#10;&#10;Description automatically generated">
            <a:extLst>
              <a:ext uri="{FF2B5EF4-FFF2-40B4-BE49-F238E27FC236}">
                <a16:creationId xmlns:a16="http://schemas.microsoft.com/office/drawing/2014/main" id="{CEE7ADC9-0E86-FC51-942C-22694E833868}"/>
              </a:ext>
            </a:extLst>
          </p:cNvPr>
          <p:cNvPicPr>
            <a:picLocks noChangeAspect="1"/>
          </p:cNvPicPr>
          <p:nvPr/>
        </p:nvPicPr>
        <p:blipFill>
          <a:blip r:embed="rId9"/>
          <a:stretch>
            <a:fillRect/>
          </a:stretch>
        </p:blipFill>
        <p:spPr>
          <a:xfrm>
            <a:off x="4874558" y="2716305"/>
            <a:ext cx="7346577" cy="717177"/>
          </a:xfrm>
          <a:prstGeom prst="rect">
            <a:avLst/>
          </a:prstGeom>
        </p:spPr>
      </p:pic>
      <p:pic>
        <p:nvPicPr>
          <p:cNvPr id="39" name="Picture 38" descr="A black text with blue text&#10;&#10;Description automatically generated">
            <a:extLst>
              <a:ext uri="{FF2B5EF4-FFF2-40B4-BE49-F238E27FC236}">
                <a16:creationId xmlns:a16="http://schemas.microsoft.com/office/drawing/2014/main" id="{8CF42683-2B58-9E8B-3305-6B1D79D9476C}"/>
              </a:ext>
            </a:extLst>
          </p:cNvPr>
          <p:cNvPicPr>
            <a:picLocks noChangeAspect="1"/>
          </p:cNvPicPr>
          <p:nvPr/>
        </p:nvPicPr>
        <p:blipFill>
          <a:blip r:embed="rId10"/>
          <a:stretch>
            <a:fillRect/>
          </a:stretch>
        </p:blipFill>
        <p:spPr>
          <a:xfrm>
            <a:off x="4849904" y="3546829"/>
            <a:ext cx="7342095" cy="687706"/>
          </a:xfrm>
          <a:prstGeom prst="rect">
            <a:avLst/>
          </a:prstGeom>
        </p:spPr>
      </p:pic>
      <p:pic>
        <p:nvPicPr>
          <p:cNvPr id="40" name="Picture 39" descr="A close-up of a text&#10;&#10;Description automatically generated">
            <a:extLst>
              <a:ext uri="{FF2B5EF4-FFF2-40B4-BE49-F238E27FC236}">
                <a16:creationId xmlns:a16="http://schemas.microsoft.com/office/drawing/2014/main" id="{C3582FC5-5CDA-2037-7DF6-431DD9EEBBDE}"/>
              </a:ext>
            </a:extLst>
          </p:cNvPr>
          <p:cNvPicPr>
            <a:picLocks noChangeAspect="1"/>
          </p:cNvPicPr>
          <p:nvPr/>
        </p:nvPicPr>
        <p:blipFill>
          <a:blip r:embed="rId11"/>
          <a:stretch>
            <a:fillRect/>
          </a:stretch>
        </p:blipFill>
        <p:spPr>
          <a:xfrm>
            <a:off x="4851026" y="4312024"/>
            <a:ext cx="7330888" cy="851647"/>
          </a:xfrm>
          <a:prstGeom prst="rect">
            <a:avLst/>
          </a:prstGeom>
        </p:spPr>
      </p:pic>
      <p:pic>
        <p:nvPicPr>
          <p:cNvPr id="41" name="Picture 40" descr="A close-up of a computer code&#10;&#10;Description automatically generated">
            <a:extLst>
              <a:ext uri="{FF2B5EF4-FFF2-40B4-BE49-F238E27FC236}">
                <a16:creationId xmlns:a16="http://schemas.microsoft.com/office/drawing/2014/main" id="{DFBBCE66-647B-6BA0-853D-57E8B51DE069}"/>
              </a:ext>
            </a:extLst>
          </p:cNvPr>
          <p:cNvPicPr>
            <a:picLocks noChangeAspect="1"/>
          </p:cNvPicPr>
          <p:nvPr/>
        </p:nvPicPr>
        <p:blipFill>
          <a:blip r:embed="rId12"/>
          <a:stretch>
            <a:fillRect/>
          </a:stretch>
        </p:blipFill>
        <p:spPr>
          <a:xfrm>
            <a:off x="4866155" y="5193367"/>
            <a:ext cx="7318561" cy="1088091"/>
          </a:xfrm>
          <a:prstGeom prst="rect">
            <a:avLst/>
          </a:prstGeom>
        </p:spPr>
      </p:pic>
      <p:cxnSp>
        <p:nvCxnSpPr>
          <p:cNvPr id="42" name="Straight Arrow Connector 41">
            <a:extLst>
              <a:ext uri="{FF2B5EF4-FFF2-40B4-BE49-F238E27FC236}">
                <a16:creationId xmlns:a16="http://schemas.microsoft.com/office/drawing/2014/main" id="{9A8B368D-D5F2-AF36-4093-38E82555FA82}"/>
              </a:ext>
            </a:extLst>
          </p:cNvPr>
          <p:cNvCxnSpPr/>
          <p:nvPr/>
        </p:nvCxnSpPr>
        <p:spPr>
          <a:xfrm flipH="1">
            <a:off x="7548282" y="2532528"/>
            <a:ext cx="2725270" cy="5199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2936552B-5485-F6CA-53A4-2A812ACA7786}"/>
              </a:ext>
            </a:extLst>
          </p:cNvPr>
          <p:cNvSpPr txBox="1"/>
          <p:nvPr/>
        </p:nvSpPr>
        <p:spPr>
          <a:xfrm>
            <a:off x="10195743" y="2317277"/>
            <a:ext cx="15454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a:t>
            </a:r>
            <a:r>
              <a:rPr lang="en-US" dirty="0" err="1">
                <a:solidFill>
                  <a:schemeClr val="bg1"/>
                </a:solidFill>
                <a:ea typeface="Open Sans"/>
                <a:cs typeface="Open Sans"/>
              </a:rPr>
              <a:t>mps</a:t>
            </a:r>
            <a:r>
              <a:rPr lang="en-US" dirty="0">
                <a:solidFill>
                  <a:schemeClr val="bg1"/>
                </a:solidFill>
                <a:ea typeface="Open Sans"/>
                <a:cs typeface="Open Sans"/>
              </a:rPr>
              <a:t>" If mac</a:t>
            </a:r>
          </a:p>
        </p:txBody>
      </p:sp>
    </p:spTree>
    <p:extLst>
      <p:ext uri="{BB962C8B-B14F-4D97-AF65-F5344CB8AC3E}">
        <p14:creationId xmlns:p14="http://schemas.microsoft.com/office/powerpoint/2010/main" val="38292659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F1CB-1620-2388-81DB-405F8972CCC8}"/>
              </a:ext>
            </a:extLst>
          </p:cNvPr>
          <p:cNvSpPr>
            <a:spLocks noGrp="1"/>
          </p:cNvSpPr>
          <p:nvPr>
            <p:ph type="title"/>
          </p:nvPr>
        </p:nvSpPr>
        <p:spPr/>
        <p:txBody>
          <a:bodyPr/>
          <a:lstStyle/>
          <a:p>
            <a:r>
              <a:rPr lang="en-US" dirty="0">
                <a:ea typeface="Open Sans SemiBold"/>
                <a:cs typeface="Times New Roman"/>
              </a:rPr>
              <a:t>ML Steps in </a:t>
            </a:r>
            <a:r>
              <a:rPr lang="en-US" dirty="0" err="1">
                <a:ea typeface="Open Sans SemiBold"/>
                <a:cs typeface="Times New Roman"/>
              </a:rPr>
              <a:t>PyTorch</a:t>
            </a:r>
            <a:endParaRPr lang="en-US" dirty="0">
              <a:ea typeface="Open Sans SemiBold"/>
            </a:endParaRPr>
          </a:p>
        </p:txBody>
      </p:sp>
      <p:graphicFrame>
        <p:nvGraphicFramePr>
          <p:cNvPr id="6" name="Diagram 5">
            <a:extLst>
              <a:ext uri="{FF2B5EF4-FFF2-40B4-BE49-F238E27FC236}">
                <a16:creationId xmlns:a16="http://schemas.microsoft.com/office/drawing/2014/main" id="{85AD87CB-7CC2-325C-AF1E-5807695E899A}"/>
              </a:ext>
            </a:extLst>
          </p:cNvPr>
          <p:cNvGraphicFramePr/>
          <p:nvPr/>
        </p:nvGraphicFramePr>
        <p:xfrm>
          <a:off x="829901" y="1117349"/>
          <a:ext cx="10524653" cy="1620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 name="Rectangle 25">
            <a:extLst>
              <a:ext uri="{FF2B5EF4-FFF2-40B4-BE49-F238E27FC236}">
                <a16:creationId xmlns:a16="http://schemas.microsoft.com/office/drawing/2014/main" id="{456DCDB5-1907-463E-8613-9E041D0A1B73}"/>
              </a:ext>
            </a:extLst>
          </p:cNvPr>
          <p:cNvSpPr/>
          <p:nvPr/>
        </p:nvSpPr>
        <p:spPr>
          <a:xfrm>
            <a:off x="7536094" y="1423691"/>
            <a:ext cx="2142469" cy="9964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27A85E2-EA77-794E-00CE-241042CB45C8}"/>
              </a:ext>
            </a:extLst>
          </p:cNvPr>
          <p:cNvSpPr txBox="1"/>
          <p:nvPr/>
        </p:nvSpPr>
        <p:spPr>
          <a:xfrm>
            <a:off x="553067" y="2733047"/>
            <a:ext cx="45361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000000"/>
                </a:solidFill>
                <a:cs typeface="Segoe UI"/>
              </a:rPr>
              <a:t>Save and load model</a:t>
            </a:r>
            <a:endParaRPr lang="en-US" dirty="0"/>
          </a:p>
        </p:txBody>
      </p:sp>
      <p:pic>
        <p:nvPicPr>
          <p:cNvPr id="18" name="Picture 17" descr="A screen shot of a computer code&#10;&#10;Description automatically generated">
            <a:extLst>
              <a:ext uri="{FF2B5EF4-FFF2-40B4-BE49-F238E27FC236}">
                <a16:creationId xmlns:a16="http://schemas.microsoft.com/office/drawing/2014/main" id="{4281CBF0-35BE-E587-824A-6DCA7060E90B}"/>
              </a:ext>
            </a:extLst>
          </p:cNvPr>
          <p:cNvPicPr>
            <a:picLocks noChangeAspect="1"/>
          </p:cNvPicPr>
          <p:nvPr/>
        </p:nvPicPr>
        <p:blipFill>
          <a:blip r:embed="rId8"/>
          <a:stretch>
            <a:fillRect/>
          </a:stretch>
        </p:blipFill>
        <p:spPr>
          <a:xfrm>
            <a:off x="4175448" y="2726836"/>
            <a:ext cx="8016552" cy="3153816"/>
          </a:xfrm>
          <a:prstGeom prst="rect">
            <a:avLst/>
          </a:prstGeom>
        </p:spPr>
      </p:pic>
    </p:spTree>
    <p:extLst>
      <p:ext uri="{BB962C8B-B14F-4D97-AF65-F5344CB8AC3E}">
        <p14:creationId xmlns:p14="http://schemas.microsoft.com/office/powerpoint/2010/main" val="2702637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AA1EA-AD36-E669-E4F0-B2E50C2F2A19}"/>
              </a:ext>
            </a:extLst>
          </p:cNvPr>
          <p:cNvSpPr>
            <a:spLocks noGrp="1"/>
          </p:cNvSpPr>
          <p:nvPr>
            <p:ph type="title"/>
          </p:nvPr>
        </p:nvSpPr>
        <p:spPr/>
        <p:txBody>
          <a:bodyPr/>
          <a:lstStyle/>
          <a:p>
            <a:r>
              <a:rPr lang="en-US" dirty="0" err="1">
                <a:ea typeface="Open Sans SemiBold"/>
                <a:cs typeface="Times New Roman"/>
              </a:rPr>
              <a:t>PyTorch</a:t>
            </a:r>
            <a:r>
              <a:rPr lang="en-US" dirty="0">
                <a:ea typeface="Open Sans SemiBold"/>
                <a:cs typeface="Times New Roman"/>
              </a:rPr>
              <a:t> document</a:t>
            </a:r>
            <a:endParaRPr lang="en-US" dirty="0"/>
          </a:p>
        </p:txBody>
      </p:sp>
      <p:sp>
        <p:nvSpPr>
          <p:cNvPr id="4" name="TextBox 3">
            <a:extLst>
              <a:ext uri="{FF2B5EF4-FFF2-40B4-BE49-F238E27FC236}">
                <a16:creationId xmlns:a16="http://schemas.microsoft.com/office/drawing/2014/main" id="{2D38D7C4-47DA-28CC-7F0A-D932ACC979DC}"/>
              </a:ext>
            </a:extLst>
          </p:cNvPr>
          <p:cNvSpPr txBox="1"/>
          <p:nvPr/>
        </p:nvSpPr>
        <p:spPr>
          <a:xfrm>
            <a:off x="842682" y="1416424"/>
            <a:ext cx="463475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hlinkClick r:id="rId2">
                  <a:extLst>
                    <a:ext uri="{A12FA001-AC4F-418D-AE19-62706E023703}">
                      <ahyp:hlinkClr xmlns:ahyp="http://schemas.microsoft.com/office/drawing/2018/hyperlinkcolor" val="tx"/>
                    </a:ext>
                  </a:extLst>
                </a:hlinkClick>
              </a:rPr>
              <a:t>https://pytorch.org/docs/stable/</a:t>
            </a:r>
            <a:endParaRPr lang="en-US" dirty="0">
              <a:solidFill>
                <a:schemeClr val="bg1"/>
              </a:solidFill>
              <a:ea typeface="Open Sans"/>
              <a:cs typeface="Open Sans"/>
            </a:endParaRPr>
          </a:p>
          <a:p>
            <a:endParaRPr lang="en-US" dirty="0">
              <a:solidFill>
                <a:schemeClr val="bg1"/>
              </a:solidFill>
              <a:ea typeface="Open Sans"/>
              <a:cs typeface="Open Sans"/>
            </a:endParaRPr>
          </a:p>
        </p:txBody>
      </p:sp>
      <p:pic>
        <p:nvPicPr>
          <p:cNvPr id="5" name="Picture 4" descr="A screenshot of a computer&#10;&#10;Description automatically generated">
            <a:extLst>
              <a:ext uri="{FF2B5EF4-FFF2-40B4-BE49-F238E27FC236}">
                <a16:creationId xmlns:a16="http://schemas.microsoft.com/office/drawing/2014/main" id="{643794CF-1A99-8E66-4FFC-AB18C1013C63}"/>
              </a:ext>
            </a:extLst>
          </p:cNvPr>
          <p:cNvPicPr>
            <a:picLocks noChangeAspect="1"/>
          </p:cNvPicPr>
          <p:nvPr/>
        </p:nvPicPr>
        <p:blipFill>
          <a:blip r:embed="rId3"/>
          <a:stretch>
            <a:fillRect/>
          </a:stretch>
        </p:blipFill>
        <p:spPr>
          <a:xfrm>
            <a:off x="4497930" y="1421314"/>
            <a:ext cx="7302793" cy="4383742"/>
          </a:xfrm>
          <a:prstGeom prst="rect">
            <a:avLst/>
          </a:prstGeom>
        </p:spPr>
      </p:pic>
    </p:spTree>
    <p:extLst>
      <p:ext uri="{BB962C8B-B14F-4D97-AF65-F5344CB8AC3E}">
        <p14:creationId xmlns:p14="http://schemas.microsoft.com/office/powerpoint/2010/main" val="23525261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5C8B8-DA2E-A5D7-9423-22B10B41019F}"/>
              </a:ext>
            </a:extLst>
          </p:cNvPr>
          <p:cNvSpPr>
            <a:spLocks noGrp="1"/>
          </p:cNvSpPr>
          <p:nvPr>
            <p:ph type="title"/>
          </p:nvPr>
        </p:nvSpPr>
        <p:spPr/>
        <p:txBody>
          <a:bodyPr>
            <a:normAutofit/>
          </a:bodyPr>
          <a:lstStyle/>
          <a:p>
            <a:r>
              <a:rPr lang="en-US" sz="7000" dirty="0">
                <a:solidFill>
                  <a:srgbClr val="FFFFFF"/>
                </a:solidFill>
                <a:latin typeface="Open Sans SemiBold"/>
                <a:ea typeface="Open Sans SemiBold"/>
                <a:cs typeface="Times New Roman"/>
              </a:rPr>
              <a:t>Live Demo </a:t>
            </a:r>
            <a:endParaRPr lang="en-US" sz="7000" dirty="0"/>
          </a:p>
        </p:txBody>
      </p:sp>
      <p:sp>
        <p:nvSpPr>
          <p:cNvPr id="3" name="Text Placeholder 2">
            <a:extLst>
              <a:ext uri="{FF2B5EF4-FFF2-40B4-BE49-F238E27FC236}">
                <a16:creationId xmlns:a16="http://schemas.microsoft.com/office/drawing/2014/main" id="{C6507FC3-AA4F-645E-A570-71497544B811}"/>
              </a:ext>
            </a:extLst>
          </p:cNvPr>
          <p:cNvSpPr>
            <a:spLocks noGrp="1"/>
          </p:cNvSpPr>
          <p:nvPr>
            <p:ph type="body" idx="1"/>
          </p:nvPr>
        </p:nvSpPr>
        <p:spPr>
          <a:xfrm>
            <a:off x="831850" y="4568869"/>
            <a:ext cx="10515600" cy="1795375"/>
          </a:xfrm>
        </p:spPr>
        <p:txBody>
          <a:bodyPr vert="horz" lIns="91440" tIns="45720" rIns="91440" bIns="45720" rtlCol="0" anchor="t">
            <a:normAutofit/>
          </a:bodyPr>
          <a:lstStyle/>
          <a:p>
            <a:r>
              <a:rPr lang="en-US" dirty="0">
                <a:solidFill>
                  <a:srgbClr val="CEB888"/>
                </a:solidFill>
                <a:latin typeface="Times New Roman"/>
                <a:cs typeface="Times New Roman"/>
              </a:rPr>
              <a:t>Choosing a Neural Network: CNN vs. RNN vs. Transformer</a:t>
            </a:r>
          </a:p>
        </p:txBody>
      </p:sp>
    </p:spTree>
    <p:extLst>
      <p:ext uri="{BB962C8B-B14F-4D97-AF65-F5344CB8AC3E}">
        <p14:creationId xmlns:p14="http://schemas.microsoft.com/office/powerpoint/2010/main" val="15906774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78D99-FAB8-A522-2392-D1533D704600}"/>
              </a:ext>
            </a:extLst>
          </p:cNvPr>
          <p:cNvSpPr>
            <a:spLocks noGrp="1"/>
          </p:cNvSpPr>
          <p:nvPr>
            <p:ph type="ctrTitle"/>
          </p:nvPr>
        </p:nvSpPr>
        <p:spPr/>
        <p:txBody>
          <a:bodyPr/>
          <a:lstStyle/>
          <a:p>
            <a:r>
              <a:rPr lang="en-US">
                <a:latin typeface="Times New Roman"/>
                <a:cs typeface="Times New Roman"/>
              </a:rPr>
              <a:t>Thank you</a:t>
            </a:r>
            <a:endParaRPr lang="en-US"/>
          </a:p>
        </p:txBody>
      </p:sp>
    </p:spTree>
    <p:extLst>
      <p:ext uri="{BB962C8B-B14F-4D97-AF65-F5344CB8AC3E}">
        <p14:creationId xmlns:p14="http://schemas.microsoft.com/office/powerpoint/2010/main" val="1211263205"/>
      </p:ext>
    </p:extLst>
  </p:cSld>
  <p:clrMapOvr>
    <a:masterClrMapping/>
  </p:clrMapOvr>
</p:sld>
</file>

<file path=ppt/theme/theme1.xml><?xml version="1.0" encoding="utf-8"?>
<a:theme xmlns:a="http://schemas.openxmlformats.org/drawingml/2006/main" name="FSU_Creative_Theme">
  <a:themeElements>
    <a:clrScheme name="FSU">
      <a:dk1>
        <a:srgbClr val="000000"/>
      </a:dk1>
      <a:lt1>
        <a:srgbClr val="FFFFFF"/>
      </a:lt1>
      <a:dk2>
        <a:srgbClr val="782F40"/>
      </a:dk2>
      <a:lt2>
        <a:srgbClr val="E7E6E6"/>
      </a:lt2>
      <a:accent1>
        <a:srgbClr val="782F40"/>
      </a:accent1>
      <a:accent2>
        <a:srgbClr val="CEB888"/>
      </a:accent2>
      <a:accent3>
        <a:srgbClr val="415563"/>
      </a:accent3>
      <a:accent4>
        <a:srgbClr val="5BB8B2"/>
      </a:accent4>
      <a:accent5>
        <a:srgbClr val="FFC72C"/>
      </a:accent5>
      <a:accent6>
        <a:srgbClr val="A6192E"/>
      </a:accent6>
      <a:hlink>
        <a:srgbClr val="782F40"/>
      </a:hlink>
      <a:folHlink>
        <a:srgbClr val="000000"/>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1" id="{15C2AE4D-9D63-4B45-9EEE-77C26C127F7C}" vid="{60CF0C7E-7FE4-4869-8E14-041DA7ADA5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FSU_Creative_Theme</Template>
  <TotalTime>532</TotalTime>
  <Words>2419</Words>
  <Application>Microsoft Office PowerPoint</Application>
  <PresentationFormat>Widescreen</PresentationFormat>
  <Paragraphs>299</Paragraphs>
  <Slides>34</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Inter</vt:lpstr>
      <vt:lpstr>Arial</vt:lpstr>
      <vt:lpstr>Calibri</vt:lpstr>
      <vt:lpstr>Consolas</vt:lpstr>
      <vt:lpstr>Courier New</vt:lpstr>
      <vt:lpstr>Open Sans</vt:lpstr>
      <vt:lpstr>Open Sans SemiBold</vt:lpstr>
      <vt:lpstr>Segoe UI</vt:lpstr>
      <vt:lpstr>Times New Roman</vt:lpstr>
      <vt:lpstr>FSU_Creative_Theme</vt:lpstr>
      <vt:lpstr>Tutorials for  Google Colab and PyTorch</vt:lpstr>
      <vt:lpstr>Today’s Outline</vt:lpstr>
      <vt:lpstr>Pre-requisite</vt:lpstr>
      <vt:lpstr>Python Basic</vt:lpstr>
      <vt:lpstr>Python Basic (con’t)</vt:lpstr>
      <vt:lpstr>A Machine with GPU</vt:lpstr>
      <vt:lpstr>A Machine with GPU (con’t)</vt:lpstr>
      <vt:lpstr>Create Running Environment</vt:lpstr>
      <vt:lpstr>Google Colab and Alternatives</vt:lpstr>
      <vt:lpstr>Google Colab</vt:lpstr>
      <vt:lpstr>Add and Run Code</vt:lpstr>
      <vt:lpstr>Select GPU environment and Verify</vt:lpstr>
      <vt:lpstr>Mount Google Drive</vt:lpstr>
      <vt:lpstr>Upload or Download dataset</vt:lpstr>
      <vt:lpstr>Upload or Download dataset</vt:lpstr>
      <vt:lpstr>Read files</vt:lpstr>
      <vt:lpstr>Attention:</vt:lpstr>
      <vt:lpstr>Alternatives</vt:lpstr>
      <vt:lpstr>PyTorch Basic</vt:lpstr>
      <vt:lpstr>PyTorch Introduction</vt:lpstr>
      <vt:lpstr>Key Concepts: </vt:lpstr>
      <vt:lpstr>Key Concepts:</vt:lpstr>
      <vt:lpstr>ML Steps in PyTorch</vt:lpstr>
      <vt:lpstr>ML Steps in PyTorch</vt:lpstr>
      <vt:lpstr>ML Steps in PyTorch</vt:lpstr>
      <vt:lpstr>ML Steps in PyTorch</vt:lpstr>
      <vt:lpstr>ML Steps in PyTorch</vt:lpstr>
      <vt:lpstr>ML Steps in PyTorch</vt:lpstr>
      <vt:lpstr>ML Steps in PyTorch</vt:lpstr>
      <vt:lpstr>ML Steps in PyTorch</vt:lpstr>
      <vt:lpstr>ML Steps in PyTorch</vt:lpstr>
      <vt:lpstr>PyTorch document</vt:lpstr>
      <vt:lpstr>Live Demo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Board of Trustees Meeting</dc:title>
  <dc:creator>Katie Grab</dc:creator>
  <cp:lastModifiedBy>Jackie Ye</cp:lastModifiedBy>
  <cp:revision>959</cp:revision>
  <dcterms:created xsi:type="dcterms:W3CDTF">2024-06-27T03:35:42Z</dcterms:created>
  <dcterms:modified xsi:type="dcterms:W3CDTF">2026-10-19T14:17:32Z</dcterms:modified>
</cp:coreProperties>
</file>