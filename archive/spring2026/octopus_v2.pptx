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matic SC"/>
      <p:regular r:id="rId17"/>
      <p:bold r:id="rId18"/>
    </p:embeddedFont>
    <p:embeddedFont>
      <p:font typeface="Source Code Pr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AmaticS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88e60d82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c88e60d82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8e900b9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8e900b9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e900b90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e900b90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8e900b9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8e900b9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8e900b90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8e900b9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8e900b9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8e900b9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e900b9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e900b9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8e900b9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8e900b9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e900b90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8e900b90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8e900b90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8e900b9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e900b90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8e900b90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bPRI95CtaKA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13"/>
            <a:ext cx="9144001" cy="513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63"/>
            <a:ext cx="9144001" cy="5135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63"/>
            <a:ext cx="9144001" cy="5135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63"/>
            <a:ext cx="9144001" cy="5135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50" y="0"/>
            <a:ext cx="91581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57"/>
            <a:ext cx="9144001" cy="5135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50" y="0"/>
            <a:ext cx="91581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50" y="0"/>
            <a:ext cx="91581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50" y="0"/>
            <a:ext cx="91581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0" y="-24650"/>
            <a:ext cx="9144001" cy="5135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 title="Explore the Future of On-device AI Agent with Octopus V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0"/>
            <a:ext cx="91439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