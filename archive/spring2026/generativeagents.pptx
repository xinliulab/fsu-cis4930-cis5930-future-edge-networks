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8" r:id="rId5"/>
    <p:sldId id="266" r:id="rId6"/>
    <p:sldId id="259" r:id="rId7"/>
    <p:sldId id="260" r:id="rId8"/>
    <p:sldId id="269" r:id="rId9"/>
    <p:sldId id="261" r:id="rId10"/>
    <p:sldId id="264" r:id="rId11"/>
    <p:sldId id="270" r:id="rId12"/>
    <p:sldId id="262" r:id="rId13"/>
    <p:sldId id="265" r:id="rId14"/>
    <p:sldId id="271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9CA06-ED9A-4924-ADFE-03CA03C23873}" v="48" dt="2026-02-05T21:16:37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5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yler Haas" userId="cd75b58f6b4ed0f7" providerId="LiveId" clId="{4A339DB0-DBE7-44D2-83B5-E45763F20421}"/>
    <pc:docChg chg="undo custSel addSld delSld modSld sldOrd">
      <pc:chgData name="Skyler Haas" userId="cd75b58f6b4ed0f7" providerId="LiveId" clId="{4A339DB0-DBE7-44D2-83B5-E45763F20421}" dt="2026-02-05T21:29:28.529" v="3321" actId="20577"/>
      <pc:docMkLst>
        <pc:docMk/>
      </pc:docMkLst>
      <pc:sldChg chg="addSp delSp modSp mod delDesignElem">
        <pc:chgData name="Skyler Haas" userId="cd75b58f6b4ed0f7" providerId="LiveId" clId="{4A339DB0-DBE7-44D2-83B5-E45763F20421}" dt="2026-02-02T19:08:23.793" v="3260" actId="478"/>
        <pc:sldMkLst>
          <pc:docMk/>
          <pc:sldMk cId="465182255" sldId="256"/>
        </pc:sldMkLst>
        <pc:spChg chg="mod">
          <ac:chgData name="Skyler Haas" userId="cd75b58f6b4ed0f7" providerId="LiveId" clId="{4A339DB0-DBE7-44D2-83B5-E45763F20421}" dt="2026-02-02T18:38:18.960" v="2798" actId="26606"/>
          <ac:spMkLst>
            <pc:docMk/>
            <pc:sldMk cId="465182255" sldId="256"/>
            <ac:spMk id="2" creationId="{89083A31-2B4D-8460-4B34-60CA1F838683}"/>
          </ac:spMkLst>
        </pc:spChg>
        <pc:spChg chg="mod">
          <ac:chgData name="Skyler Haas" userId="cd75b58f6b4ed0f7" providerId="LiveId" clId="{4A339DB0-DBE7-44D2-83B5-E45763F20421}" dt="2026-02-02T18:38:18.960" v="2798" actId="26606"/>
          <ac:spMkLst>
            <pc:docMk/>
            <pc:sldMk cId="465182255" sldId="256"/>
            <ac:spMk id="3" creationId="{99EC571F-FFA5-F315-D0BA-E0594B07EE92}"/>
          </ac:spMkLst>
        </pc:spChg>
        <pc:picChg chg="add del mod">
          <ac:chgData name="Skyler Haas" userId="cd75b58f6b4ed0f7" providerId="LiveId" clId="{4A339DB0-DBE7-44D2-83B5-E45763F20421}" dt="2026-02-02T19:08:23.793" v="3260" actId="478"/>
          <ac:picMkLst>
            <pc:docMk/>
            <pc:sldMk cId="465182255" sldId="256"/>
            <ac:picMk id="5" creationId="{1B94FABB-9821-E5DE-E0C5-D8F5345A6A82}"/>
          </ac:picMkLst>
        </pc:picChg>
      </pc:sldChg>
      <pc:sldChg chg="addSp delSp modSp mod setBg delDesignElem">
        <pc:chgData name="Skyler Haas" userId="cd75b58f6b4ed0f7" providerId="LiveId" clId="{4A339DB0-DBE7-44D2-83B5-E45763F20421}" dt="2026-02-02T18:36:08.626" v="2783"/>
        <pc:sldMkLst>
          <pc:docMk/>
          <pc:sldMk cId="886180299" sldId="257"/>
        </pc:sldMkLst>
        <pc:spChg chg="add mod">
          <ac:chgData name="Skyler Haas" userId="cd75b58f6b4ed0f7" providerId="LiveId" clId="{4A339DB0-DBE7-44D2-83B5-E45763F20421}" dt="2026-02-02T18:34:33.691" v="2776" actId="26606"/>
          <ac:spMkLst>
            <pc:docMk/>
            <pc:sldMk cId="886180299" sldId="257"/>
            <ac:spMk id="2" creationId="{B9FEF5C0-BBD8-F5BB-CAD5-EB287E00B9FD}"/>
          </ac:spMkLst>
        </pc:spChg>
        <pc:graphicFrameChg chg="add">
          <ac:chgData name="Skyler Haas" userId="cd75b58f6b4ed0f7" providerId="LiveId" clId="{4A339DB0-DBE7-44D2-83B5-E45763F20421}" dt="2026-02-02T18:34:33.691" v="2776" actId="26606"/>
          <ac:graphicFrameMkLst>
            <pc:docMk/>
            <pc:sldMk cId="886180299" sldId="257"/>
            <ac:graphicFrameMk id="5" creationId="{42140EBF-6AAE-4F19-14D8-DBA09B09B948}"/>
          </ac:graphicFrameMkLst>
        </pc:graphicFrameChg>
      </pc:sldChg>
      <pc:sldChg chg="addSp delSp modSp mod setBg">
        <pc:chgData name="Skyler Haas" userId="cd75b58f6b4ed0f7" providerId="LiveId" clId="{4A339DB0-DBE7-44D2-83B5-E45763F20421}" dt="2026-01-26T23:00:39.643" v="4" actId="26606"/>
        <pc:sldMkLst>
          <pc:docMk/>
          <pc:sldMk cId="1405434501" sldId="258"/>
        </pc:sldMkLst>
        <pc:picChg chg="add mod">
          <ac:chgData name="Skyler Haas" userId="cd75b58f6b4ed0f7" providerId="LiveId" clId="{4A339DB0-DBE7-44D2-83B5-E45763F20421}" dt="2026-01-26T23:00:39.643" v="4" actId="26606"/>
          <ac:picMkLst>
            <pc:docMk/>
            <pc:sldMk cId="1405434501" sldId="258"/>
            <ac:picMk id="6" creationId="{FA78F25E-E429-F25E-84A5-B6B82040C93B}"/>
          </ac:picMkLst>
        </pc:picChg>
      </pc:sldChg>
      <pc:sldChg chg="addSp delSp modSp mod setBg modAnim">
        <pc:chgData name="Skyler Haas" userId="cd75b58f6b4ed0f7" providerId="LiveId" clId="{4A339DB0-DBE7-44D2-83B5-E45763F20421}" dt="2026-02-05T21:16:37.039" v="3293"/>
        <pc:sldMkLst>
          <pc:docMk/>
          <pc:sldMk cId="3655227423" sldId="259"/>
        </pc:sldMkLst>
        <pc:spChg chg="add del mod">
          <ac:chgData name="Skyler Haas" userId="cd75b58f6b4ed0f7" providerId="LiveId" clId="{4A339DB0-DBE7-44D2-83B5-E45763F20421}" dt="2026-02-05T21:16:15.667" v="3287" actId="20577"/>
          <ac:spMkLst>
            <pc:docMk/>
            <pc:sldMk cId="3655227423" sldId="259"/>
            <ac:spMk id="6" creationId="{6F34EB0F-7FD5-D89D-63A2-E3BFC19F6701}"/>
          </ac:spMkLst>
        </pc:spChg>
        <pc:spChg chg="add mod">
          <ac:chgData name="Skyler Haas" userId="cd75b58f6b4ed0f7" providerId="LiveId" clId="{4A339DB0-DBE7-44D2-83B5-E45763F20421}" dt="2026-02-05T21:16:31.229" v="3292" actId="1076"/>
          <ac:spMkLst>
            <pc:docMk/>
            <pc:sldMk cId="3655227423" sldId="259"/>
            <ac:spMk id="17" creationId="{CEDF7EED-F3E7-1A50-04DD-75C488413E56}"/>
          </ac:spMkLst>
        </pc:spChg>
        <pc:grpChg chg="mod">
          <ac:chgData name="Skyler Haas" userId="cd75b58f6b4ed0f7" providerId="LiveId" clId="{4A339DB0-DBE7-44D2-83B5-E45763F20421}" dt="2026-02-05T21:09:33.064" v="3280"/>
          <ac:grpSpMkLst>
            <pc:docMk/>
            <pc:sldMk cId="3655227423" sldId="259"/>
            <ac:grpSpMk id="14" creationId="{AE04CE02-51C6-F77F-691E-3ACC62744570}"/>
          </ac:grpSpMkLst>
        </pc:grpChg>
        <pc:picChg chg="add mod">
          <ac:chgData name="Skyler Haas" userId="cd75b58f6b4ed0f7" providerId="LiveId" clId="{4A339DB0-DBE7-44D2-83B5-E45763F20421}" dt="2026-02-05T21:08:36.387" v="3275" actId="1076"/>
          <ac:picMkLst>
            <pc:docMk/>
            <pc:sldMk cId="3655227423" sldId="259"/>
            <ac:picMk id="3" creationId="{BB5F5C98-E39C-AEF7-8840-A5940552327A}"/>
          </ac:picMkLst>
        </pc:picChg>
        <pc:picChg chg="add mod">
          <ac:chgData name="Skyler Haas" userId="cd75b58f6b4ed0f7" providerId="LiveId" clId="{4A339DB0-DBE7-44D2-83B5-E45763F20421}" dt="2026-02-05T21:08:17.747" v="3272"/>
          <ac:picMkLst>
            <pc:docMk/>
            <pc:sldMk cId="3655227423" sldId="259"/>
            <ac:picMk id="8" creationId="{7E97C192-940E-AB7F-BAF9-5A5A4A8D466D}"/>
          </ac:picMkLst>
        </pc:picChg>
        <pc:picChg chg="add mod">
          <ac:chgData name="Skyler Haas" userId="cd75b58f6b4ed0f7" providerId="LiveId" clId="{4A339DB0-DBE7-44D2-83B5-E45763F20421}" dt="2026-02-05T21:08:30.375" v="3274" actId="1076"/>
          <ac:picMkLst>
            <pc:docMk/>
            <pc:sldMk cId="3655227423" sldId="259"/>
            <ac:picMk id="10" creationId="{151D4ADF-7366-BA73-A1C0-8E46917CD7EC}"/>
          </ac:picMkLst>
        </pc:picChg>
        <pc:inkChg chg="add mod">
          <ac:chgData name="Skyler Haas" userId="cd75b58f6b4ed0f7" providerId="LiveId" clId="{4A339DB0-DBE7-44D2-83B5-E45763F20421}" dt="2026-02-05T21:09:33.064" v="3280"/>
          <ac:inkMkLst>
            <pc:docMk/>
            <pc:sldMk cId="3655227423" sldId="259"/>
            <ac:inkMk id="12" creationId="{6614D605-644C-13B2-F4C3-C0E1D7764DD6}"/>
          </ac:inkMkLst>
        </pc:inkChg>
        <pc:inkChg chg="add mod">
          <ac:chgData name="Skyler Haas" userId="cd75b58f6b4ed0f7" providerId="LiveId" clId="{4A339DB0-DBE7-44D2-83B5-E45763F20421}" dt="2026-02-05T21:09:33.064" v="3280"/>
          <ac:inkMkLst>
            <pc:docMk/>
            <pc:sldMk cId="3655227423" sldId="259"/>
            <ac:inkMk id="13" creationId="{32AE8ED3-CD5B-C02D-F498-8C4877872BBC}"/>
          </ac:inkMkLst>
        </pc:inkChg>
        <pc:inkChg chg="add del">
          <ac:chgData name="Skyler Haas" userId="cd75b58f6b4ed0f7" providerId="LiveId" clId="{4A339DB0-DBE7-44D2-83B5-E45763F20421}" dt="2026-02-05T21:09:42.267" v="3282" actId="9405"/>
          <ac:inkMkLst>
            <pc:docMk/>
            <pc:sldMk cId="3655227423" sldId="259"/>
            <ac:inkMk id="15" creationId="{2B929E76-22F1-0E47-7E42-3A7A32D0DB8D}"/>
          </ac:inkMkLst>
        </pc:inkChg>
        <pc:cxnChg chg="add mod">
          <ac:chgData name="Skyler Haas" userId="cd75b58f6b4ed0f7" providerId="LiveId" clId="{4A339DB0-DBE7-44D2-83B5-E45763F20421}" dt="2026-02-05T21:08:13.035" v="3271" actId="14100"/>
          <ac:cxnSpMkLst>
            <pc:docMk/>
            <pc:sldMk cId="3655227423" sldId="259"/>
            <ac:cxnSpMk id="5" creationId="{AF8B38C8-81EB-8D44-38A1-9EF71F4F754E}"/>
          </ac:cxnSpMkLst>
        </pc:cxnChg>
        <pc:cxnChg chg="add mod">
          <ac:chgData name="Skyler Haas" userId="cd75b58f6b4ed0f7" providerId="LiveId" clId="{4A339DB0-DBE7-44D2-83B5-E45763F20421}" dt="2026-02-05T21:08:45.577" v="3277" actId="1076"/>
          <ac:cxnSpMkLst>
            <pc:docMk/>
            <pc:sldMk cId="3655227423" sldId="259"/>
            <ac:cxnSpMk id="11" creationId="{975436DC-8B4B-58A0-25B1-5E0EB2DD0894}"/>
          </ac:cxnSpMkLst>
        </pc:cxnChg>
        <pc:cxnChg chg="add mod">
          <ac:chgData name="Skyler Haas" userId="cd75b58f6b4ed0f7" providerId="LiveId" clId="{4A339DB0-DBE7-44D2-83B5-E45763F20421}" dt="2026-02-05T21:16:07.047" v="3285"/>
          <ac:cxnSpMkLst>
            <pc:docMk/>
            <pc:sldMk cId="3655227423" sldId="259"/>
            <ac:cxnSpMk id="16" creationId="{1823E378-645D-EAD1-1AA7-46FEA2B9330E}"/>
          </ac:cxnSpMkLst>
        </pc:cxnChg>
      </pc:sldChg>
      <pc:sldChg chg="addSp delSp modSp new mod setBg">
        <pc:chgData name="Skyler Haas" userId="cd75b58f6b4ed0f7" providerId="LiveId" clId="{4A339DB0-DBE7-44D2-83B5-E45763F20421}" dt="2026-02-02T18:41:02.435" v="2842" actId="478"/>
        <pc:sldMkLst>
          <pc:docMk/>
          <pc:sldMk cId="2271633706" sldId="260"/>
        </pc:sldMkLst>
        <pc:spChg chg="mod ord">
          <ac:chgData name="Skyler Haas" userId="cd75b58f6b4ed0f7" providerId="LiveId" clId="{4A339DB0-DBE7-44D2-83B5-E45763F20421}" dt="2026-02-02T18:40:56.331" v="2841" actId="255"/>
          <ac:spMkLst>
            <pc:docMk/>
            <pc:sldMk cId="2271633706" sldId="260"/>
            <ac:spMk id="3" creationId="{4873FCB9-BE96-3B2E-42BB-E783BCDCC748}"/>
          </ac:spMkLst>
        </pc:spChg>
        <pc:spChg chg="add">
          <ac:chgData name="Skyler Haas" userId="cd75b58f6b4ed0f7" providerId="LiveId" clId="{4A339DB0-DBE7-44D2-83B5-E45763F20421}" dt="2026-02-02T18:37:21.652" v="2791" actId="26606"/>
          <ac:spMkLst>
            <pc:docMk/>
            <pc:sldMk cId="2271633706" sldId="260"/>
            <ac:spMk id="14" creationId="{3F088236-D655-4F88-B238-E16762358025}"/>
          </ac:spMkLst>
        </pc:spChg>
        <pc:spChg chg="add">
          <ac:chgData name="Skyler Haas" userId="cd75b58f6b4ed0f7" providerId="LiveId" clId="{4A339DB0-DBE7-44D2-83B5-E45763F20421}" dt="2026-02-02T18:37:21.652" v="2791" actId="26606"/>
          <ac:spMkLst>
            <pc:docMk/>
            <pc:sldMk cId="2271633706" sldId="260"/>
            <ac:spMk id="16" creationId="{3DAC0C92-199E-475C-9390-119A9B027276}"/>
          </ac:spMkLst>
        </pc:spChg>
        <pc:spChg chg="add">
          <ac:chgData name="Skyler Haas" userId="cd75b58f6b4ed0f7" providerId="LiveId" clId="{4A339DB0-DBE7-44D2-83B5-E45763F20421}" dt="2026-02-02T18:37:21.652" v="2791" actId="26606"/>
          <ac:spMkLst>
            <pc:docMk/>
            <pc:sldMk cId="2271633706" sldId="260"/>
            <ac:spMk id="18" creationId="{C4CFB339-0ED8-4FE2-9EF1-6D1375B8499B}"/>
          </ac:spMkLst>
        </pc:spChg>
        <pc:spChg chg="add">
          <ac:chgData name="Skyler Haas" userId="cd75b58f6b4ed0f7" providerId="LiveId" clId="{4A339DB0-DBE7-44D2-83B5-E45763F20421}" dt="2026-02-02T18:37:21.652" v="2791" actId="26606"/>
          <ac:spMkLst>
            <pc:docMk/>
            <pc:sldMk cId="2271633706" sldId="260"/>
            <ac:spMk id="20" creationId="{31896C80-2069-4431-9C19-83B913734490}"/>
          </ac:spMkLst>
        </pc:spChg>
        <pc:spChg chg="add">
          <ac:chgData name="Skyler Haas" userId="cd75b58f6b4ed0f7" providerId="LiveId" clId="{4A339DB0-DBE7-44D2-83B5-E45763F20421}" dt="2026-02-02T18:37:21.652" v="2791" actId="26606"/>
          <ac:spMkLst>
            <pc:docMk/>
            <pc:sldMk cId="2271633706" sldId="260"/>
            <ac:spMk id="22" creationId="{BF120A21-0841-4823-B0C4-28AEBCEF9B78}"/>
          </ac:spMkLst>
        </pc:spChg>
        <pc:spChg chg="add">
          <ac:chgData name="Skyler Haas" userId="cd75b58f6b4ed0f7" providerId="LiveId" clId="{4A339DB0-DBE7-44D2-83B5-E45763F20421}" dt="2026-02-02T18:37:21.652" v="2791" actId="26606"/>
          <ac:spMkLst>
            <pc:docMk/>
            <pc:sldMk cId="2271633706" sldId="260"/>
            <ac:spMk id="24" creationId="{DBB05BAE-BBD3-4289-899F-A6851503C6B0}"/>
          </ac:spMkLst>
        </pc:spChg>
        <pc:spChg chg="add">
          <ac:chgData name="Skyler Haas" userId="cd75b58f6b4ed0f7" providerId="LiveId" clId="{4A339DB0-DBE7-44D2-83B5-E45763F20421}" dt="2026-02-02T18:37:21.652" v="2791" actId="26606"/>
          <ac:spMkLst>
            <pc:docMk/>
            <pc:sldMk cId="2271633706" sldId="260"/>
            <ac:spMk id="26" creationId="{9874D11C-36F5-4BBE-A490-019A54E953B0}"/>
          </ac:spMkLst>
        </pc:spChg>
        <pc:picChg chg="add mod">
          <ac:chgData name="Skyler Haas" userId="cd75b58f6b4ed0f7" providerId="LiveId" clId="{4A339DB0-DBE7-44D2-83B5-E45763F20421}" dt="2026-02-02T18:37:21.652" v="2791" actId="26606"/>
          <ac:picMkLst>
            <pc:docMk/>
            <pc:sldMk cId="2271633706" sldId="260"/>
            <ac:picMk id="4" creationId="{727593AE-1BC0-76AF-1ACA-FE21A8A8989A}"/>
          </ac:picMkLst>
        </pc:picChg>
      </pc:sldChg>
      <pc:sldChg chg="delSp modSp new mod">
        <pc:chgData name="Skyler Haas" userId="cd75b58f6b4ed0f7" providerId="LiveId" clId="{4A339DB0-DBE7-44D2-83B5-E45763F20421}" dt="2026-02-02T18:45:59.410" v="3020" actId="20577"/>
        <pc:sldMkLst>
          <pc:docMk/>
          <pc:sldMk cId="1108235548" sldId="261"/>
        </pc:sldMkLst>
        <pc:spChg chg="mod">
          <ac:chgData name="Skyler Haas" userId="cd75b58f6b4ed0f7" providerId="LiveId" clId="{4A339DB0-DBE7-44D2-83B5-E45763F20421}" dt="2026-02-02T18:45:59.410" v="3020" actId="20577"/>
          <ac:spMkLst>
            <pc:docMk/>
            <pc:sldMk cId="1108235548" sldId="261"/>
            <ac:spMk id="3" creationId="{42C40F85-83CB-BE38-87D0-EAEDB6832406}"/>
          </ac:spMkLst>
        </pc:spChg>
      </pc:sldChg>
      <pc:sldChg chg="addSp delSp modSp add mod ord modAnim">
        <pc:chgData name="Skyler Haas" userId="cd75b58f6b4ed0f7" providerId="LiveId" clId="{4A339DB0-DBE7-44D2-83B5-E45763F20421}" dt="2026-02-02T18:55:26.145" v="3114"/>
        <pc:sldMkLst>
          <pc:docMk/>
          <pc:sldMk cId="4117831387" sldId="262"/>
        </pc:sldMkLst>
        <pc:spChg chg="mod">
          <ac:chgData name="Skyler Haas" userId="cd75b58f6b4ed0f7" providerId="LiveId" clId="{4A339DB0-DBE7-44D2-83B5-E45763F20421}" dt="2026-02-02T18:54:05.199" v="3106" actId="1076"/>
          <ac:spMkLst>
            <pc:docMk/>
            <pc:sldMk cId="4117831387" sldId="262"/>
            <ac:spMk id="3" creationId="{C9CF4A0C-3932-5E5F-A4E5-BFEC5EA4982F}"/>
          </ac:spMkLst>
        </pc:spChg>
        <pc:spChg chg="add mod">
          <ac:chgData name="Skyler Haas" userId="cd75b58f6b4ed0f7" providerId="LiveId" clId="{4A339DB0-DBE7-44D2-83B5-E45763F20421}" dt="2026-02-02T18:51:55.367" v="3091" actId="1076"/>
          <ac:spMkLst>
            <pc:docMk/>
            <pc:sldMk cId="4117831387" sldId="262"/>
            <ac:spMk id="4" creationId="{4ECB6954-3377-C1BF-B74A-43A66023664F}"/>
          </ac:spMkLst>
        </pc:spChg>
        <pc:grpChg chg="add mod">
          <ac:chgData name="Skyler Haas" userId="cd75b58f6b4ed0f7" providerId="LiveId" clId="{4A339DB0-DBE7-44D2-83B5-E45763F20421}" dt="2026-02-02T18:54:10.559" v="3107" actId="164"/>
          <ac:grpSpMkLst>
            <pc:docMk/>
            <pc:sldMk cId="4117831387" sldId="262"/>
            <ac:grpSpMk id="11" creationId="{8BF748F6-A0AE-AE8B-D627-210DF463432A}"/>
          </ac:grpSpMkLst>
        </pc:grpChg>
        <pc:picChg chg="add mod">
          <ac:chgData name="Skyler Haas" userId="cd75b58f6b4ed0f7" providerId="LiveId" clId="{4A339DB0-DBE7-44D2-83B5-E45763F20421}" dt="2026-02-02T18:54:10.559" v="3107" actId="164"/>
          <ac:picMkLst>
            <pc:docMk/>
            <pc:sldMk cId="4117831387" sldId="262"/>
            <ac:picMk id="6" creationId="{CA94FDEB-8171-314E-3D05-DD6A7128C82D}"/>
          </ac:picMkLst>
        </pc:picChg>
        <pc:cxnChg chg="add del mod">
          <ac:chgData name="Skyler Haas" userId="cd75b58f6b4ed0f7" providerId="LiveId" clId="{4A339DB0-DBE7-44D2-83B5-E45763F20421}" dt="2026-02-02T18:54:59.726" v="3111" actId="478"/>
          <ac:cxnSpMkLst>
            <pc:docMk/>
            <pc:sldMk cId="4117831387" sldId="262"/>
            <ac:cxnSpMk id="8" creationId="{9B47B93D-374B-DE38-9EA4-4C6CECEBBAD9}"/>
          </ac:cxnSpMkLst>
        </pc:cxnChg>
        <pc:cxnChg chg="add mod">
          <ac:chgData name="Skyler Haas" userId="cd75b58f6b4ed0f7" providerId="LiveId" clId="{4A339DB0-DBE7-44D2-83B5-E45763F20421}" dt="2026-02-02T18:54:10.559" v="3107" actId="164"/>
          <ac:cxnSpMkLst>
            <pc:docMk/>
            <pc:sldMk cId="4117831387" sldId="262"/>
            <ac:cxnSpMk id="9" creationId="{259064D9-6D66-FAAD-C493-CC51BDC04A95}"/>
          </ac:cxnSpMkLst>
        </pc:cxnChg>
        <pc:cxnChg chg="add mod">
          <ac:chgData name="Skyler Haas" userId="cd75b58f6b4ed0f7" providerId="LiveId" clId="{4A339DB0-DBE7-44D2-83B5-E45763F20421}" dt="2026-02-02T18:54:10.559" v="3107" actId="164"/>
          <ac:cxnSpMkLst>
            <pc:docMk/>
            <pc:sldMk cId="4117831387" sldId="262"/>
            <ac:cxnSpMk id="10" creationId="{0A4E0322-DE7C-E616-0207-E9FA28B518ED}"/>
          </ac:cxnSpMkLst>
        </pc:cxnChg>
        <pc:cxnChg chg="add">
          <ac:chgData name="Skyler Haas" userId="cd75b58f6b4ed0f7" providerId="LiveId" clId="{4A339DB0-DBE7-44D2-83B5-E45763F20421}" dt="2026-02-02T18:55:19.794" v="3113" actId="11529"/>
          <ac:cxnSpMkLst>
            <pc:docMk/>
            <pc:sldMk cId="4117831387" sldId="262"/>
            <ac:cxnSpMk id="13" creationId="{7D871EDB-AABC-54BB-E7A0-F46F3FD0B4AF}"/>
          </ac:cxnSpMkLst>
        </pc:cxnChg>
      </pc:sldChg>
      <pc:sldChg chg="modSp add mod">
        <pc:chgData name="Skyler Haas" userId="cd75b58f6b4ed0f7" providerId="LiveId" clId="{4A339DB0-DBE7-44D2-83B5-E45763F20421}" dt="2026-02-02T18:59:14.040" v="3188" actId="27636"/>
        <pc:sldMkLst>
          <pc:docMk/>
          <pc:sldMk cId="1316208285" sldId="263"/>
        </pc:sldMkLst>
        <pc:spChg chg="mod">
          <ac:chgData name="Skyler Haas" userId="cd75b58f6b4ed0f7" providerId="LiveId" clId="{4A339DB0-DBE7-44D2-83B5-E45763F20421}" dt="2026-02-02T18:59:14.040" v="3188" actId="27636"/>
          <ac:spMkLst>
            <pc:docMk/>
            <pc:sldMk cId="1316208285" sldId="263"/>
            <ac:spMk id="3" creationId="{76CFA1DB-A112-1DB0-6550-988DF668079A}"/>
          </ac:spMkLst>
        </pc:spChg>
      </pc:sldChg>
      <pc:sldChg chg="delSp modSp new mod ord">
        <pc:chgData name="Skyler Haas" userId="cd75b58f6b4ed0f7" providerId="LiveId" clId="{4A339DB0-DBE7-44D2-83B5-E45763F20421}" dt="2026-02-02T18:47:38.882" v="3047" actId="113"/>
        <pc:sldMkLst>
          <pc:docMk/>
          <pc:sldMk cId="3803623761" sldId="264"/>
        </pc:sldMkLst>
        <pc:spChg chg="mod">
          <ac:chgData name="Skyler Haas" userId="cd75b58f6b4ed0f7" providerId="LiveId" clId="{4A339DB0-DBE7-44D2-83B5-E45763F20421}" dt="2026-02-02T18:47:38.882" v="3047" actId="113"/>
          <ac:spMkLst>
            <pc:docMk/>
            <pc:sldMk cId="3803623761" sldId="264"/>
            <ac:spMk id="3" creationId="{A28E3C00-8F42-76F8-B552-A01B61884793}"/>
          </ac:spMkLst>
        </pc:spChg>
      </pc:sldChg>
      <pc:sldChg chg="delSp modSp new mod ord">
        <pc:chgData name="Skyler Haas" userId="cd75b58f6b4ed0f7" providerId="LiveId" clId="{4A339DB0-DBE7-44D2-83B5-E45763F20421}" dt="2026-02-02T18:58:21.015" v="3184" actId="20577"/>
        <pc:sldMkLst>
          <pc:docMk/>
          <pc:sldMk cId="310963072" sldId="265"/>
        </pc:sldMkLst>
        <pc:spChg chg="mod">
          <ac:chgData name="Skyler Haas" userId="cd75b58f6b4ed0f7" providerId="LiveId" clId="{4A339DB0-DBE7-44D2-83B5-E45763F20421}" dt="2026-02-02T18:58:21.015" v="3184" actId="20577"/>
          <ac:spMkLst>
            <pc:docMk/>
            <pc:sldMk cId="310963072" sldId="265"/>
            <ac:spMk id="3" creationId="{9517DECA-3ED8-583D-6246-39F5E0CB0923}"/>
          </ac:spMkLst>
        </pc:spChg>
      </pc:sldChg>
      <pc:sldChg chg="addSp delSp modSp new mod ord setBg">
        <pc:chgData name="Skyler Haas" userId="cd75b58f6b4ed0f7" providerId="LiveId" clId="{4A339DB0-DBE7-44D2-83B5-E45763F20421}" dt="2026-02-05T21:29:28.529" v="3321" actId="20577"/>
        <pc:sldMkLst>
          <pc:docMk/>
          <pc:sldMk cId="3152014525" sldId="266"/>
        </pc:sldMkLst>
        <pc:spChg chg="add mod">
          <ac:chgData name="Skyler Haas" userId="cd75b58f6b4ed0f7" providerId="LiveId" clId="{4A339DB0-DBE7-44D2-83B5-E45763F20421}" dt="2026-02-05T21:29:28.529" v="3321" actId="20577"/>
          <ac:spMkLst>
            <pc:docMk/>
            <pc:sldMk cId="3152014525" sldId="266"/>
            <ac:spMk id="3" creationId="{F427F22C-F607-25F9-3C0E-D30D8A589B8B}"/>
          </ac:spMkLst>
        </pc:spChg>
        <pc:picChg chg="add mod">
          <ac:chgData name="Skyler Haas" userId="cd75b58f6b4ed0f7" providerId="LiveId" clId="{4A339DB0-DBE7-44D2-83B5-E45763F20421}" dt="2026-02-02T18:33:48.252" v="2742" actId="26606"/>
          <ac:picMkLst>
            <pc:docMk/>
            <pc:sldMk cId="3152014525" sldId="266"/>
            <ac:picMk id="5" creationId="{2AB68DB4-6E0A-095B-8C73-18CFE90F3459}"/>
          </ac:picMkLst>
        </pc:picChg>
      </pc:sldChg>
      <pc:sldChg chg="addSp delSp modSp new mod setBg setClrOvrMap">
        <pc:chgData name="Skyler Haas" userId="cd75b58f6b4ed0f7" providerId="LiveId" clId="{4A339DB0-DBE7-44D2-83B5-E45763F20421}" dt="2026-02-02T18:43:31.690" v="2925" actId="20577"/>
        <pc:sldMkLst>
          <pc:docMk/>
          <pc:sldMk cId="3789198252" sldId="268"/>
        </pc:sldMkLst>
        <pc:spChg chg="mod">
          <ac:chgData name="Skyler Haas" userId="cd75b58f6b4ed0f7" providerId="LiveId" clId="{4A339DB0-DBE7-44D2-83B5-E45763F20421}" dt="2026-02-02T18:43:31.690" v="2925" actId="20577"/>
          <ac:spMkLst>
            <pc:docMk/>
            <pc:sldMk cId="3789198252" sldId="268"/>
            <ac:spMk id="2" creationId="{0DBE588E-64CE-8AD5-0292-FBEF5A253A49}"/>
          </ac:spMkLst>
        </pc:spChg>
        <pc:spChg chg="add">
          <ac:chgData name="Skyler Haas" userId="cd75b58f6b4ed0f7" providerId="LiveId" clId="{4A339DB0-DBE7-44D2-83B5-E45763F20421}" dt="2026-02-02T18:39:25.336" v="2802" actId="26606"/>
          <ac:spMkLst>
            <pc:docMk/>
            <pc:sldMk cId="3789198252" sldId="268"/>
            <ac:spMk id="8" creationId="{9179DE42-5613-4B35-A1E6-6CCBAA13C743}"/>
          </ac:spMkLst>
        </pc:spChg>
        <pc:spChg chg="add">
          <ac:chgData name="Skyler Haas" userId="cd75b58f6b4ed0f7" providerId="LiveId" clId="{4A339DB0-DBE7-44D2-83B5-E45763F20421}" dt="2026-02-02T18:39:25.336" v="2802" actId="26606"/>
          <ac:spMkLst>
            <pc:docMk/>
            <pc:sldMk cId="3789198252" sldId="268"/>
            <ac:spMk id="14" creationId="{52FB45E9-914E-4471-AC87-E475CD51767D}"/>
          </ac:spMkLst>
        </pc:spChg>
        <pc:spChg chg="add">
          <ac:chgData name="Skyler Haas" userId="cd75b58f6b4ed0f7" providerId="LiveId" clId="{4A339DB0-DBE7-44D2-83B5-E45763F20421}" dt="2026-02-02T18:39:25.336" v="2802" actId="26606"/>
          <ac:spMkLst>
            <pc:docMk/>
            <pc:sldMk cId="3789198252" sldId="268"/>
            <ac:spMk id="16" creationId="{C310626D-5743-49D4-8F7D-88C4F8F05774}"/>
          </ac:spMkLst>
        </pc:spChg>
        <pc:spChg chg="add">
          <ac:chgData name="Skyler Haas" userId="cd75b58f6b4ed0f7" providerId="LiveId" clId="{4A339DB0-DBE7-44D2-83B5-E45763F20421}" dt="2026-02-02T18:39:25.336" v="2802" actId="26606"/>
          <ac:spMkLst>
            <pc:docMk/>
            <pc:sldMk cId="3789198252" sldId="268"/>
            <ac:spMk id="18" creationId="{3C195FC1-B568-4C72-9902-34CB35DDD7A1}"/>
          </ac:spMkLst>
        </pc:spChg>
        <pc:spChg chg="add">
          <ac:chgData name="Skyler Haas" userId="cd75b58f6b4ed0f7" providerId="LiveId" clId="{4A339DB0-DBE7-44D2-83B5-E45763F20421}" dt="2026-02-02T18:39:25.336" v="2802" actId="26606"/>
          <ac:spMkLst>
            <pc:docMk/>
            <pc:sldMk cId="3789198252" sldId="268"/>
            <ac:spMk id="20" creationId="{EF2BDF77-362C-43F0-8CBB-A969EC2AE0C4}"/>
          </ac:spMkLst>
        </pc:spChg>
        <pc:spChg chg="add">
          <ac:chgData name="Skyler Haas" userId="cd75b58f6b4ed0f7" providerId="LiveId" clId="{4A339DB0-DBE7-44D2-83B5-E45763F20421}" dt="2026-02-02T18:39:25.336" v="2802" actId="26606"/>
          <ac:spMkLst>
            <pc:docMk/>
            <pc:sldMk cId="3789198252" sldId="268"/>
            <ac:spMk id="22" creationId="{4BE96B01-3929-432D-B8C2-ADBCB74C2EF4}"/>
          </ac:spMkLst>
        </pc:spChg>
        <pc:spChg chg="add">
          <ac:chgData name="Skyler Haas" userId="cd75b58f6b4ed0f7" providerId="LiveId" clId="{4A339DB0-DBE7-44D2-83B5-E45763F20421}" dt="2026-02-02T18:39:25.336" v="2802" actId="26606"/>
          <ac:spMkLst>
            <pc:docMk/>
            <pc:sldMk cId="3789198252" sldId="268"/>
            <ac:spMk id="24" creationId="{2A6FCDE6-CDE2-4C51-B18E-A95CFB679714}"/>
          </ac:spMkLst>
        </pc:spChg>
        <pc:spChg chg="add">
          <ac:chgData name="Skyler Haas" userId="cd75b58f6b4ed0f7" providerId="LiveId" clId="{4A339DB0-DBE7-44D2-83B5-E45763F20421}" dt="2026-02-02T18:39:25.336" v="2802" actId="26606"/>
          <ac:spMkLst>
            <pc:docMk/>
            <pc:sldMk cId="3789198252" sldId="268"/>
            <ac:spMk id="26" creationId="{9D2E8756-2465-473A-BA2A-2DB1D6224745}"/>
          </ac:spMkLst>
        </pc:spChg>
      </pc:sldChg>
      <pc:sldChg chg="modSp add mod ord">
        <pc:chgData name="Skyler Haas" userId="cd75b58f6b4ed0f7" providerId="LiveId" clId="{4A339DB0-DBE7-44D2-83B5-E45763F20421}" dt="2026-02-02T18:44:19.450" v="2947" actId="20577"/>
        <pc:sldMkLst>
          <pc:docMk/>
          <pc:sldMk cId="3138386424" sldId="269"/>
        </pc:sldMkLst>
        <pc:spChg chg="mod">
          <ac:chgData name="Skyler Haas" userId="cd75b58f6b4ed0f7" providerId="LiveId" clId="{4A339DB0-DBE7-44D2-83B5-E45763F20421}" dt="2026-02-02T18:44:19.450" v="2947" actId="20577"/>
          <ac:spMkLst>
            <pc:docMk/>
            <pc:sldMk cId="3138386424" sldId="269"/>
            <ac:spMk id="2" creationId="{37E0CD61-61C2-1AED-3C36-9095D557439B}"/>
          </ac:spMkLst>
        </pc:spChg>
      </pc:sldChg>
      <pc:sldChg chg="modSp add mod ord">
        <pc:chgData name="Skyler Haas" userId="cd75b58f6b4ed0f7" providerId="LiveId" clId="{4A339DB0-DBE7-44D2-83B5-E45763F20421}" dt="2026-02-02T18:56:18.908" v="3139" actId="20577"/>
        <pc:sldMkLst>
          <pc:docMk/>
          <pc:sldMk cId="2101326196" sldId="270"/>
        </pc:sldMkLst>
        <pc:spChg chg="mod">
          <ac:chgData name="Skyler Haas" userId="cd75b58f6b4ed0f7" providerId="LiveId" clId="{4A339DB0-DBE7-44D2-83B5-E45763F20421}" dt="2026-02-02T18:56:18.908" v="3139" actId="20577"/>
          <ac:spMkLst>
            <pc:docMk/>
            <pc:sldMk cId="2101326196" sldId="270"/>
            <ac:spMk id="2" creationId="{367317EE-5BA5-F7F0-32B9-1D19F483F13A}"/>
          </ac:spMkLst>
        </pc:spChg>
      </pc:sldChg>
      <pc:sldChg chg="modSp add mod ord">
        <pc:chgData name="Skyler Haas" userId="cd75b58f6b4ed0f7" providerId="LiveId" clId="{4A339DB0-DBE7-44D2-83B5-E45763F20421}" dt="2026-02-02T18:59:41.532" v="3217" actId="20577"/>
        <pc:sldMkLst>
          <pc:docMk/>
          <pc:sldMk cId="4144206527" sldId="271"/>
        </pc:sldMkLst>
        <pc:spChg chg="mod">
          <ac:chgData name="Skyler Haas" userId="cd75b58f6b4ed0f7" providerId="LiveId" clId="{4A339DB0-DBE7-44D2-83B5-E45763F20421}" dt="2026-02-02T18:59:41.532" v="3217" actId="20577"/>
          <ac:spMkLst>
            <pc:docMk/>
            <pc:sldMk cId="4144206527" sldId="271"/>
            <ac:spMk id="2" creationId="{BE32C909-B4C6-A340-F988-7CEA6AFA8984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F8F189-2722-4560-9275-F7D6ABC33EB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335E969-8E11-43B8-BA1D-1F7B264BBCC0}">
      <dgm:prSet/>
      <dgm:spPr/>
      <dgm:t>
        <a:bodyPr/>
        <a:lstStyle/>
        <a:p>
          <a:r>
            <a:rPr lang="en-US"/>
            <a:t>We have envisioned the ability to create believable simulation of human behavior for decades. The possibilities are endless.</a:t>
          </a:r>
        </a:p>
      </dgm:t>
    </dgm:pt>
    <dgm:pt modelId="{4B2F2DD3-B828-4E9D-ACF1-530A5440FA5F}" type="parTrans" cxnId="{1F3B695C-20A8-494C-BDB6-DE60F599EC21}">
      <dgm:prSet/>
      <dgm:spPr/>
      <dgm:t>
        <a:bodyPr/>
        <a:lstStyle/>
        <a:p>
          <a:endParaRPr lang="en-US"/>
        </a:p>
      </dgm:t>
    </dgm:pt>
    <dgm:pt modelId="{9A1391BC-B12D-401F-9BD9-0B72A3C95401}" type="sibTrans" cxnId="{1F3B695C-20A8-494C-BDB6-DE60F599EC21}">
      <dgm:prSet/>
      <dgm:spPr/>
      <dgm:t>
        <a:bodyPr/>
        <a:lstStyle/>
        <a:p>
          <a:endParaRPr lang="en-US"/>
        </a:p>
      </dgm:t>
    </dgm:pt>
    <dgm:pt modelId="{1FBC4863-18DE-4920-9521-41E18972105B}">
      <dgm:prSet/>
      <dgm:spPr/>
      <dgm:t>
        <a:bodyPr/>
        <a:lstStyle/>
        <a:p>
          <a:r>
            <a:rPr lang="en-US"/>
            <a:t>However, the range of possible behavior for a human is too large and complex to recreate.</a:t>
          </a:r>
        </a:p>
      </dgm:t>
    </dgm:pt>
    <dgm:pt modelId="{C1D5652F-0AE3-46B5-B91E-E6B8882DBDD4}" type="parTrans" cxnId="{FB219E4A-F8FA-43F5-8DE1-291BE1BDE227}">
      <dgm:prSet/>
      <dgm:spPr/>
      <dgm:t>
        <a:bodyPr/>
        <a:lstStyle/>
        <a:p>
          <a:endParaRPr lang="en-US"/>
        </a:p>
      </dgm:t>
    </dgm:pt>
    <dgm:pt modelId="{F111ADAF-5828-4B1B-A5A0-73C25A4AC365}" type="sibTrans" cxnId="{FB219E4A-F8FA-43F5-8DE1-291BE1BDE227}">
      <dgm:prSet/>
      <dgm:spPr/>
      <dgm:t>
        <a:bodyPr/>
        <a:lstStyle/>
        <a:p>
          <a:endParaRPr lang="en-US"/>
        </a:p>
      </dgm:t>
    </dgm:pt>
    <dgm:pt modelId="{F40018D6-44A4-4B9C-8D7E-DE7DF0E88E29}">
      <dgm:prSet/>
      <dgm:spPr/>
      <dgm:t>
        <a:bodyPr/>
        <a:lstStyle/>
        <a:p>
          <a:r>
            <a:rPr lang="en-US"/>
            <a:t>So… we fuse a LLM (ChatGPT) with an agent architecture that can act upon learned “memories and social dynamics”.</a:t>
          </a:r>
        </a:p>
      </dgm:t>
    </dgm:pt>
    <dgm:pt modelId="{302B61A2-92C2-491D-90EF-F83C1E402C8F}" type="parTrans" cxnId="{7907EC58-2CC1-4338-8A05-AF859D3AC72B}">
      <dgm:prSet/>
      <dgm:spPr/>
      <dgm:t>
        <a:bodyPr/>
        <a:lstStyle/>
        <a:p>
          <a:endParaRPr lang="en-US"/>
        </a:p>
      </dgm:t>
    </dgm:pt>
    <dgm:pt modelId="{A549B90F-7FB7-4B33-9A2E-FA9D1A596077}" type="sibTrans" cxnId="{7907EC58-2CC1-4338-8A05-AF859D3AC72B}">
      <dgm:prSet/>
      <dgm:spPr/>
      <dgm:t>
        <a:bodyPr/>
        <a:lstStyle/>
        <a:p>
          <a:endParaRPr lang="en-US"/>
        </a:p>
      </dgm:t>
    </dgm:pt>
    <dgm:pt modelId="{36388B6D-9C70-4C99-8F72-BDAB5E09C25A}" type="pres">
      <dgm:prSet presAssocID="{48F8F189-2722-4560-9275-F7D6ABC33EBD}" presName="root" presStyleCnt="0">
        <dgm:presLayoutVars>
          <dgm:dir/>
          <dgm:resizeHandles val="exact"/>
        </dgm:presLayoutVars>
      </dgm:prSet>
      <dgm:spPr/>
    </dgm:pt>
    <dgm:pt modelId="{414AFFB5-2641-4885-A5D5-207C9901270E}" type="pres">
      <dgm:prSet presAssocID="{2335E969-8E11-43B8-BA1D-1F7B264BBCC0}" presName="compNode" presStyleCnt="0"/>
      <dgm:spPr/>
    </dgm:pt>
    <dgm:pt modelId="{45996357-B935-4B53-8703-5F9056042FBF}" type="pres">
      <dgm:prSet presAssocID="{2335E969-8E11-43B8-BA1D-1F7B264BBCC0}" presName="bgRect" presStyleLbl="bgShp" presStyleIdx="0" presStyleCnt="3"/>
      <dgm:spPr/>
    </dgm:pt>
    <dgm:pt modelId="{EA3F53F1-528A-460D-8AAF-CE12B91BCFAA}" type="pres">
      <dgm:prSet presAssocID="{2335E969-8E11-43B8-BA1D-1F7B264BBCC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9E04F145-9374-456F-BC68-4D19F28E762C}" type="pres">
      <dgm:prSet presAssocID="{2335E969-8E11-43B8-BA1D-1F7B264BBCC0}" presName="spaceRect" presStyleCnt="0"/>
      <dgm:spPr/>
    </dgm:pt>
    <dgm:pt modelId="{8DFFEDFF-EE4F-4171-AD68-C5408ED0BF0E}" type="pres">
      <dgm:prSet presAssocID="{2335E969-8E11-43B8-BA1D-1F7B264BBCC0}" presName="parTx" presStyleLbl="revTx" presStyleIdx="0" presStyleCnt="3">
        <dgm:presLayoutVars>
          <dgm:chMax val="0"/>
          <dgm:chPref val="0"/>
        </dgm:presLayoutVars>
      </dgm:prSet>
      <dgm:spPr/>
    </dgm:pt>
    <dgm:pt modelId="{F9F75EB0-B34C-439A-96B5-7A3107439A96}" type="pres">
      <dgm:prSet presAssocID="{9A1391BC-B12D-401F-9BD9-0B72A3C95401}" presName="sibTrans" presStyleCnt="0"/>
      <dgm:spPr/>
    </dgm:pt>
    <dgm:pt modelId="{1B3710B9-A946-4310-A9E4-76F4904CDC35}" type="pres">
      <dgm:prSet presAssocID="{1FBC4863-18DE-4920-9521-41E18972105B}" presName="compNode" presStyleCnt="0"/>
      <dgm:spPr/>
    </dgm:pt>
    <dgm:pt modelId="{6CEBF825-BD7C-4093-9D3D-A559AD3BB3FB}" type="pres">
      <dgm:prSet presAssocID="{1FBC4863-18DE-4920-9521-41E18972105B}" presName="bgRect" presStyleLbl="bgShp" presStyleIdx="1" presStyleCnt="3"/>
      <dgm:spPr/>
    </dgm:pt>
    <dgm:pt modelId="{94BAB5F3-3D50-45A1-9797-413F4BDCCBDA}" type="pres">
      <dgm:prSet presAssocID="{1FBC4863-18DE-4920-9521-41E18972105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E1556E0-5855-42E7-91B3-70194EE8CDD6}" type="pres">
      <dgm:prSet presAssocID="{1FBC4863-18DE-4920-9521-41E18972105B}" presName="spaceRect" presStyleCnt="0"/>
      <dgm:spPr/>
    </dgm:pt>
    <dgm:pt modelId="{22961787-4A35-43D7-808D-8F084F507BDC}" type="pres">
      <dgm:prSet presAssocID="{1FBC4863-18DE-4920-9521-41E18972105B}" presName="parTx" presStyleLbl="revTx" presStyleIdx="1" presStyleCnt="3">
        <dgm:presLayoutVars>
          <dgm:chMax val="0"/>
          <dgm:chPref val="0"/>
        </dgm:presLayoutVars>
      </dgm:prSet>
      <dgm:spPr/>
    </dgm:pt>
    <dgm:pt modelId="{5565FE29-2179-41F1-9BBA-4E1AA267386C}" type="pres">
      <dgm:prSet presAssocID="{F111ADAF-5828-4B1B-A5A0-73C25A4AC365}" presName="sibTrans" presStyleCnt="0"/>
      <dgm:spPr/>
    </dgm:pt>
    <dgm:pt modelId="{F4B5AB71-333F-405B-8A27-39787A555E82}" type="pres">
      <dgm:prSet presAssocID="{F40018D6-44A4-4B9C-8D7E-DE7DF0E88E29}" presName="compNode" presStyleCnt="0"/>
      <dgm:spPr/>
    </dgm:pt>
    <dgm:pt modelId="{F84F14DD-7483-4871-8E49-17DD8942DB16}" type="pres">
      <dgm:prSet presAssocID="{F40018D6-44A4-4B9C-8D7E-DE7DF0E88E29}" presName="bgRect" presStyleLbl="bgShp" presStyleIdx="2" presStyleCnt="3"/>
      <dgm:spPr/>
    </dgm:pt>
    <dgm:pt modelId="{ED6FEC24-E6B8-4482-91E0-99EFD13FA603}" type="pres">
      <dgm:prSet presAssocID="{F40018D6-44A4-4B9C-8D7E-DE7DF0E88E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42BEE6E2-0208-45F9-B71E-9DCF352249F1}" type="pres">
      <dgm:prSet presAssocID="{F40018D6-44A4-4B9C-8D7E-DE7DF0E88E29}" presName="spaceRect" presStyleCnt="0"/>
      <dgm:spPr/>
    </dgm:pt>
    <dgm:pt modelId="{BD682760-A1DC-4D2E-893E-5BD26437838F}" type="pres">
      <dgm:prSet presAssocID="{F40018D6-44A4-4B9C-8D7E-DE7DF0E88E2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192EC09-7876-4F3E-81CC-89164FCABC12}" type="presOf" srcId="{48F8F189-2722-4560-9275-F7D6ABC33EBD}" destId="{36388B6D-9C70-4C99-8F72-BDAB5E09C25A}" srcOrd="0" destOrd="0" presId="urn:microsoft.com/office/officeart/2018/2/layout/IconVerticalSolidList"/>
    <dgm:cxn modelId="{665C2915-EF4A-4A71-85BA-164FED126754}" type="presOf" srcId="{2335E969-8E11-43B8-BA1D-1F7B264BBCC0}" destId="{8DFFEDFF-EE4F-4171-AD68-C5408ED0BF0E}" srcOrd="0" destOrd="0" presId="urn:microsoft.com/office/officeart/2018/2/layout/IconVerticalSolidList"/>
    <dgm:cxn modelId="{1F3B695C-20A8-494C-BDB6-DE60F599EC21}" srcId="{48F8F189-2722-4560-9275-F7D6ABC33EBD}" destId="{2335E969-8E11-43B8-BA1D-1F7B264BBCC0}" srcOrd="0" destOrd="0" parTransId="{4B2F2DD3-B828-4E9D-ACF1-530A5440FA5F}" sibTransId="{9A1391BC-B12D-401F-9BD9-0B72A3C95401}"/>
    <dgm:cxn modelId="{FB219E4A-F8FA-43F5-8DE1-291BE1BDE227}" srcId="{48F8F189-2722-4560-9275-F7D6ABC33EBD}" destId="{1FBC4863-18DE-4920-9521-41E18972105B}" srcOrd="1" destOrd="0" parTransId="{C1D5652F-0AE3-46B5-B91E-E6B8882DBDD4}" sibTransId="{F111ADAF-5828-4B1B-A5A0-73C25A4AC365}"/>
    <dgm:cxn modelId="{9720F650-74D6-4070-997D-D1E8C55EBD35}" type="presOf" srcId="{1FBC4863-18DE-4920-9521-41E18972105B}" destId="{22961787-4A35-43D7-808D-8F084F507BDC}" srcOrd="0" destOrd="0" presId="urn:microsoft.com/office/officeart/2018/2/layout/IconVerticalSolidList"/>
    <dgm:cxn modelId="{7907EC58-2CC1-4338-8A05-AF859D3AC72B}" srcId="{48F8F189-2722-4560-9275-F7D6ABC33EBD}" destId="{F40018D6-44A4-4B9C-8D7E-DE7DF0E88E29}" srcOrd="2" destOrd="0" parTransId="{302B61A2-92C2-491D-90EF-F83C1E402C8F}" sibTransId="{A549B90F-7FB7-4B33-9A2E-FA9D1A596077}"/>
    <dgm:cxn modelId="{565580B8-A195-4998-814A-8461D9391E8C}" type="presOf" srcId="{F40018D6-44A4-4B9C-8D7E-DE7DF0E88E29}" destId="{BD682760-A1DC-4D2E-893E-5BD26437838F}" srcOrd="0" destOrd="0" presId="urn:microsoft.com/office/officeart/2018/2/layout/IconVerticalSolidList"/>
    <dgm:cxn modelId="{218F39E1-C94A-4875-AB1B-FF5DA96B85AA}" type="presParOf" srcId="{36388B6D-9C70-4C99-8F72-BDAB5E09C25A}" destId="{414AFFB5-2641-4885-A5D5-207C9901270E}" srcOrd="0" destOrd="0" presId="urn:microsoft.com/office/officeart/2018/2/layout/IconVerticalSolidList"/>
    <dgm:cxn modelId="{46C4BF06-05EC-4B9A-881B-632F69A02E2C}" type="presParOf" srcId="{414AFFB5-2641-4885-A5D5-207C9901270E}" destId="{45996357-B935-4B53-8703-5F9056042FBF}" srcOrd="0" destOrd="0" presId="urn:microsoft.com/office/officeart/2018/2/layout/IconVerticalSolidList"/>
    <dgm:cxn modelId="{485B1F9C-7C2F-400B-A839-4217CBBF8996}" type="presParOf" srcId="{414AFFB5-2641-4885-A5D5-207C9901270E}" destId="{EA3F53F1-528A-460D-8AAF-CE12B91BCFAA}" srcOrd="1" destOrd="0" presId="urn:microsoft.com/office/officeart/2018/2/layout/IconVerticalSolidList"/>
    <dgm:cxn modelId="{5FC8A237-808D-45FA-87EE-6E5748CE6368}" type="presParOf" srcId="{414AFFB5-2641-4885-A5D5-207C9901270E}" destId="{9E04F145-9374-456F-BC68-4D19F28E762C}" srcOrd="2" destOrd="0" presId="urn:microsoft.com/office/officeart/2018/2/layout/IconVerticalSolidList"/>
    <dgm:cxn modelId="{D511A346-AC4F-4D4C-A35E-C8D00A701215}" type="presParOf" srcId="{414AFFB5-2641-4885-A5D5-207C9901270E}" destId="{8DFFEDFF-EE4F-4171-AD68-C5408ED0BF0E}" srcOrd="3" destOrd="0" presId="urn:microsoft.com/office/officeart/2018/2/layout/IconVerticalSolidList"/>
    <dgm:cxn modelId="{7B72EB3B-C181-4C71-9860-6459ED9D5B0F}" type="presParOf" srcId="{36388B6D-9C70-4C99-8F72-BDAB5E09C25A}" destId="{F9F75EB0-B34C-439A-96B5-7A3107439A96}" srcOrd="1" destOrd="0" presId="urn:microsoft.com/office/officeart/2018/2/layout/IconVerticalSolidList"/>
    <dgm:cxn modelId="{B08D1007-570C-472C-B98B-0F88081CE331}" type="presParOf" srcId="{36388B6D-9C70-4C99-8F72-BDAB5E09C25A}" destId="{1B3710B9-A946-4310-A9E4-76F4904CDC35}" srcOrd="2" destOrd="0" presId="urn:microsoft.com/office/officeart/2018/2/layout/IconVerticalSolidList"/>
    <dgm:cxn modelId="{EA1D44FC-2833-4646-B598-552E2409CC7F}" type="presParOf" srcId="{1B3710B9-A946-4310-A9E4-76F4904CDC35}" destId="{6CEBF825-BD7C-4093-9D3D-A559AD3BB3FB}" srcOrd="0" destOrd="0" presId="urn:microsoft.com/office/officeart/2018/2/layout/IconVerticalSolidList"/>
    <dgm:cxn modelId="{726C0C79-F957-49DD-A347-A5653A37002D}" type="presParOf" srcId="{1B3710B9-A946-4310-A9E4-76F4904CDC35}" destId="{94BAB5F3-3D50-45A1-9797-413F4BDCCBDA}" srcOrd="1" destOrd="0" presId="urn:microsoft.com/office/officeart/2018/2/layout/IconVerticalSolidList"/>
    <dgm:cxn modelId="{2A5F1907-188C-4AC4-B231-EC1AC1A42735}" type="presParOf" srcId="{1B3710B9-A946-4310-A9E4-76F4904CDC35}" destId="{3E1556E0-5855-42E7-91B3-70194EE8CDD6}" srcOrd="2" destOrd="0" presId="urn:microsoft.com/office/officeart/2018/2/layout/IconVerticalSolidList"/>
    <dgm:cxn modelId="{CECA0564-219A-41EE-BE7F-F808329FF928}" type="presParOf" srcId="{1B3710B9-A946-4310-A9E4-76F4904CDC35}" destId="{22961787-4A35-43D7-808D-8F084F507BDC}" srcOrd="3" destOrd="0" presId="urn:microsoft.com/office/officeart/2018/2/layout/IconVerticalSolidList"/>
    <dgm:cxn modelId="{C44A3706-4AEB-44E7-846F-006511EC9B9B}" type="presParOf" srcId="{36388B6D-9C70-4C99-8F72-BDAB5E09C25A}" destId="{5565FE29-2179-41F1-9BBA-4E1AA267386C}" srcOrd="3" destOrd="0" presId="urn:microsoft.com/office/officeart/2018/2/layout/IconVerticalSolidList"/>
    <dgm:cxn modelId="{79238B84-7AB9-446A-AE97-E07AB473312F}" type="presParOf" srcId="{36388B6D-9C70-4C99-8F72-BDAB5E09C25A}" destId="{F4B5AB71-333F-405B-8A27-39787A555E82}" srcOrd="4" destOrd="0" presId="urn:microsoft.com/office/officeart/2018/2/layout/IconVerticalSolidList"/>
    <dgm:cxn modelId="{84BFDB56-14DE-4431-8C10-D2A2618CDF34}" type="presParOf" srcId="{F4B5AB71-333F-405B-8A27-39787A555E82}" destId="{F84F14DD-7483-4871-8E49-17DD8942DB16}" srcOrd="0" destOrd="0" presId="urn:microsoft.com/office/officeart/2018/2/layout/IconVerticalSolidList"/>
    <dgm:cxn modelId="{141D9BAC-24B9-4720-82B2-DD5F1217E59E}" type="presParOf" srcId="{F4B5AB71-333F-405B-8A27-39787A555E82}" destId="{ED6FEC24-E6B8-4482-91E0-99EFD13FA603}" srcOrd="1" destOrd="0" presId="urn:microsoft.com/office/officeart/2018/2/layout/IconVerticalSolidList"/>
    <dgm:cxn modelId="{CC3186A9-6341-4EED-AE77-78E0C7409BBA}" type="presParOf" srcId="{F4B5AB71-333F-405B-8A27-39787A555E82}" destId="{42BEE6E2-0208-45F9-B71E-9DCF352249F1}" srcOrd="2" destOrd="0" presId="urn:microsoft.com/office/officeart/2018/2/layout/IconVerticalSolidList"/>
    <dgm:cxn modelId="{5AD75EDF-600E-4DF5-ADD4-B84F61683010}" type="presParOf" srcId="{F4B5AB71-333F-405B-8A27-39787A555E82}" destId="{BD682760-A1DC-4D2E-893E-5BD2643783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996357-B935-4B53-8703-5F9056042FBF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3F53F1-528A-460D-8AAF-CE12B91BCFAA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FEDFF-EE4F-4171-AD68-C5408ED0BF0E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We have envisioned the ability to create believable simulation of human behavior for decades. The possibilities are endless.</a:t>
          </a:r>
        </a:p>
      </dsp:txBody>
      <dsp:txXfrm>
        <a:off x="1437631" y="531"/>
        <a:ext cx="9077968" cy="1244702"/>
      </dsp:txXfrm>
    </dsp:sp>
    <dsp:sp modelId="{6CEBF825-BD7C-4093-9D3D-A559AD3BB3FB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BAB5F3-3D50-45A1-9797-413F4BDCCBDA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61787-4A35-43D7-808D-8F084F507BDC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However, the range of possible behavior for a human is too large and complex to recreate.</a:t>
          </a:r>
        </a:p>
      </dsp:txBody>
      <dsp:txXfrm>
        <a:off x="1437631" y="1556410"/>
        <a:ext cx="9077968" cy="1244702"/>
      </dsp:txXfrm>
    </dsp:sp>
    <dsp:sp modelId="{F84F14DD-7483-4871-8E49-17DD8942DB16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6FEC24-E6B8-4482-91E0-99EFD13FA603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82760-A1DC-4D2E-893E-5BD26437838F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So… we fuse a LLM (ChatGPT) with an agent architecture that can act upon learned “memories and social dynamics”.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1:09:29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24575,'-2'22'0,"0"0"0,-2-1 0,-9 36 0,0-5 0,0 23 0,3 1 0,3 0 0,4 81 0,3-102 0,3 62 0,-3-112 0,0-1 0,1 1 0,0-1 0,-1 0 0,2 0 0,-1 1 0,2 3 0,-3-8 0,0 1 0,0-1 0,1 0 0,-1 0 0,0 1 0,0-1 0,0 0 0,0 0 0,1 0 0,-1 1 0,0-1 0,0 0 0,0 0 0,1 0 0,-1 1 0,0-1 0,0 0 0,1 0 0,-1 0 0,0 0 0,0 0 0,1 0 0,-1 0 0,0 0 0,0 1 0,1-1 0,-1 0 0,0 0 0,1 0 0,-1 0 0,1-1 0,7-5 0,2-14 0,-5 1 0,3-35 0,-3 15 0,0-3 0,0-52 0,-3 52 0,7-51 0,-2 30 0,-2-1 0,-5-71 0,0 78 0,-1 36 0,1 21 0,0 0 0,0 0 0,0-1 0,0 1 0,0 0 0,0 0 0,0 0 0,0-1 0,0 1 0,0 0 0,0 0 0,0-1 0,0 1 0,0 0 0,0 0 0,0 0 0,0-1 0,-1 1 0,1 0 0,0 0 0,0 0 0,0-1 0,0 1 0,0 0 0,-1 0 0,1 0 0,0 0 0,0 0 0,0-1 0,0 1 0,-1 0 0,1 0 0,-5 6 0,-6 16 0,10-19 0,-8 22 0,1 1 0,1 0 0,-5 34 0,-5 83 0,12-82 0,-19 162 0,20-171-1365,3-32-5461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1:09:32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 24575,'0'11'0,"-1"-2"0,1 1 0,1-1 0,0 1 0,0-1 0,2 10 0,-2-18 0,-1 1 0,0-1 0,1 0 0,-1 1 0,1-1 0,0 0 0,-1 0 0,1 1 0,0-1 0,0 0 0,0 0 0,0 0 0,0 0 0,0 0 0,0 0 0,0 0 0,0 0 0,0 0 0,0-1 0,1 1 0,-1 0 0,0-1 0,1 1 0,-1-1 0,0 1 0,1-1 0,-1 0 0,0 0 0,1 0 0,-1 1 0,1-1 0,-1 0 0,1-1 0,-1 1 0,0 0 0,1 0 0,-1-1 0,1 1 0,-1 0 0,3-2 0,2-1 0,1 1 0,-1-1 0,0 0 0,1-1 0,-2 0 0,1 0 0,0 0 0,-1 0 0,7-7 0,-9 8 0,0-1 0,0 0 0,-1 1 0,1-1 0,-1 0 0,0 0 0,0 0 0,0-1 0,0 1 0,-1 0 0,0-1 0,0 1 0,0-1 0,0-7 0,-1 9 0,0 1 0,0 0 0,-1-1 0,1 1 0,-1-1 0,0 1 0,0 0 0,0-1 0,0 1 0,0 0 0,0 0 0,-1 0 0,1 0 0,-1 0 0,1 0 0,-1 0 0,-4-2 0,5 3 0,1 0 0,-1 0 0,-1 0 0,1 1 0,0-1 0,0 0 0,0 1 0,0-1 0,0 1 0,-1-1 0,1 1 0,0 0 0,0 0 0,-1-1 0,1 1 0,0 0 0,0 0 0,-1 0 0,1 0 0,0 0 0,0 1 0,-1-1 0,1 0 0,0 1 0,0-1 0,-1 1 0,1-1 0,0 1 0,0-1 0,0 1 0,0 0 0,0-1 0,0 1 0,0 0 0,-1 1 0,-2 3 20,0 0 0,0 0 0,1 0 0,0 1 0,-4 7 0,6-11-98,0 0 0,0 0 0,1 0-1,-1 0 1,0 0 0,1 1 0,-1-1 0,1 0 0,0 0-1,0 0 1,0 1 0,0-1 0,0 0 0,0 0 0,1 1-1,-1-1 1,1 0 0,0 2 0,6 5-6748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74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1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9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1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61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6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9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4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72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973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11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3860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48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98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7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44302-B8A5-49DA-B903-78F74FB4A3D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0AB77EE-14C4-440A-A14E-35521FBA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micstutorials.com/emerging-ai-tools-raise-urgency-for-responsible-ai-frameworks-mit-and-bcg-survey-find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1.sv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u.wikipedia.org/wiki/ChatGPT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th/photo/1575601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94FABB-9821-E5DE-E0C5-D8F5345A6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8690" t="2505" r="28168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083A31-2B4D-8460-4B34-60CA1F838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563" y="1678665"/>
            <a:ext cx="3887839" cy="2372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1" dirty="0"/>
              <a:t>Generative Agents</a:t>
            </a:r>
            <a:r>
              <a:rPr lang="en-US" sz="3000" dirty="0"/>
              <a:t>: </a:t>
            </a:r>
            <a:br>
              <a:rPr lang="en-US" sz="3000" dirty="0"/>
            </a:br>
            <a:r>
              <a:rPr lang="en-US" sz="3000" dirty="0"/>
              <a:t>Interactive Simulacra of Human Behavior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C571F-FFA5-F315-D0BA-E0594B07E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0563" y="4050833"/>
            <a:ext cx="3893440" cy="1096899"/>
          </a:xfrm>
        </p:spPr>
        <p:txBody>
          <a:bodyPr>
            <a:normAutofit/>
          </a:bodyPr>
          <a:lstStyle/>
          <a:p>
            <a:r>
              <a:rPr lang="en-US"/>
              <a:t>A presentation by</a:t>
            </a:r>
            <a:br>
              <a:rPr lang="en-US"/>
            </a:br>
            <a:r>
              <a:rPr lang="en-US" b="1"/>
              <a:t>Skyler Haas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8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EF5C0-BBD8-F5BB-CAD5-EB287E00B9FD}"/>
              </a:ext>
            </a:extLst>
          </p:cNvPr>
          <p:cNvSpPr txBox="1"/>
          <p:nvPr/>
        </p:nvSpPr>
        <p:spPr>
          <a:xfrm>
            <a:off x="841248" y="256032"/>
            <a:ext cx="10506456" cy="1014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we’ve worked towards: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140EBF-6AAE-4F19-14D8-DBA09B09B9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50479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18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78F25E-E429-F25E-84A5-B6B82040C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98153"/>
            <a:ext cx="10905066" cy="526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3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E588E-64CE-8AD5-0292-FBEF5A253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6" y="1020871"/>
            <a:ext cx="6960759" cy="2849671"/>
          </a:xfrm>
        </p:spPr>
        <p:txBody>
          <a:bodyPr>
            <a:normAutofit/>
          </a:bodyPr>
          <a:lstStyle/>
          <a:p>
            <a:pPr algn="l"/>
            <a:r>
              <a:rPr lang="en-US" sz="6000" dirty="0">
                <a:solidFill>
                  <a:srgbClr val="FFFFFF"/>
                </a:solidFill>
              </a:rPr>
              <a:t>1. The Idea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9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B68DB4-6E0A-095B-8C73-18CFE90F3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16253"/>
            <a:ext cx="10905066" cy="4825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27F22C-F607-25F9-3C0E-D30D8A589B8B}"/>
              </a:ext>
            </a:extLst>
          </p:cNvPr>
          <p:cNvSpPr txBox="1"/>
          <p:nvPr/>
        </p:nvSpPr>
        <p:spPr>
          <a:xfrm>
            <a:off x="1496465" y="6123925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Thanks to Joon </a:t>
            </a:r>
            <a:r>
              <a:rPr lang="en-US" dirty="0"/>
              <a:t>Sung Park et al. 2023</a:t>
            </a:r>
          </a:p>
        </p:txBody>
      </p:sp>
    </p:spTree>
    <p:extLst>
      <p:ext uri="{BB962C8B-B14F-4D97-AF65-F5344CB8AC3E}">
        <p14:creationId xmlns:p14="http://schemas.microsoft.com/office/powerpoint/2010/main" val="315201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34EB0F-7FD5-D89D-63A2-E3BFC19F6701}"/>
              </a:ext>
            </a:extLst>
          </p:cNvPr>
          <p:cNvSpPr txBox="1"/>
          <p:nvPr/>
        </p:nvSpPr>
        <p:spPr>
          <a:xfrm>
            <a:off x="973002" y="1630020"/>
            <a:ext cx="96818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Their “behaviors” are composed of </a:t>
            </a:r>
            <a:r>
              <a:rPr lang="en-US" sz="2400" b="1" dirty="0"/>
              <a:t>smaller action sequences</a:t>
            </a:r>
            <a:r>
              <a:rPr lang="en-US" sz="2400" dirty="0"/>
              <a:t>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These actions are </a:t>
            </a:r>
            <a:r>
              <a:rPr lang="en-US" sz="2400" b="1" dirty="0"/>
              <a:t>reason-based</a:t>
            </a:r>
            <a:r>
              <a:rPr lang="en-US" sz="2400" dirty="0"/>
              <a:t>; together, generative agents exhibit</a:t>
            </a:r>
            <a:br>
              <a:rPr lang="en-US" sz="2400" dirty="0"/>
            </a:br>
            <a:r>
              <a:rPr lang="en-US" sz="2400" dirty="0"/>
              <a:t>emergent </a:t>
            </a:r>
            <a:r>
              <a:rPr lang="en-US" sz="2400" b="1" dirty="0"/>
              <a:t>societal behaviors</a:t>
            </a:r>
            <a:r>
              <a:rPr lang="en-US" sz="2400" dirty="0"/>
              <a:t>.</a:t>
            </a:r>
          </a:p>
        </p:txBody>
      </p:sp>
      <p:pic>
        <p:nvPicPr>
          <p:cNvPr id="3" name="Graphic 2" descr="Man outline">
            <a:extLst>
              <a:ext uri="{FF2B5EF4-FFF2-40B4-BE49-F238E27FC236}">
                <a16:creationId xmlns:a16="http://schemas.microsoft.com/office/drawing/2014/main" id="{BB5F5C98-E39C-AEF7-8840-A59405523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3184" y="611521"/>
            <a:ext cx="914400" cy="9144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F8B38C8-81EB-8D44-38A1-9EF71F4F754E}"/>
              </a:ext>
            </a:extLst>
          </p:cNvPr>
          <p:cNvCxnSpPr>
            <a:cxnSpLocks/>
          </p:cNvCxnSpPr>
          <p:nvPr/>
        </p:nvCxnSpPr>
        <p:spPr>
          <a:xfrm>
            <a:off x="4203166" y="1091133"/>
            <a:ext cx="875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Man outline">
            <a:extLst>
              <a:ext uri="{FF2B5EF4-FFF2-40B4-BE49-F238E27FC236}">
                <a16:creationId xmlns:a16="http://schemas.microsoft.com/office/drawing/2014/main" id="{7E97C192-940E-AB7F-BAF9-5A5A4A8D4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9688" y="611521"/>
            <a:ext cx="914400" cy="914400"/>
          </a:xfrm>
          <a:prstGeom prst="rect">
            <a:avLst/>
          </a:prstGeom>
        </p:spPr>
      </p:pic>
      <p:pic>
        <p:nvPicPr>
          <p:cNvPr id="10" name="Graphic 9" descr="Woman Shrugging outline">
            <a:extLst>
              <a:ext uri="{FF2B5EF4-FFF2-40B4-BE49-F238E27FC236}">
                <a16:creationId xmlns:a16="http://schemas.microsoft.com/office/drawing/2014/main" id="{151D4ADF-7366-BA73-A1C0-8E46917CD7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611521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5436DC-8B4B-58A0-25B1-5E0EB2DD0894}"/>
              </a:ext>
            </a:extLst>
          </p:cNvPr>
          <p:cNvCxnSpPr>
            <a:cxnSpLocks/>
          </p:cNvCxnSpPr>
          <p:nvPr/>
        </p:nvCxnSpPr>
        <p:spPr>
          <a:xfrm>
            <a:off x="6338047" y="1051432"/>
            <a:ext cx="875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04CE02-51C6-F77F-691E-3ACC62744570}"/>
              </a:ext>
            </a:extLst>
          </p:cNvPr>
          <p:cNvGrpSpPr/>
          <p:nvPr/>
        </p:nvGrpSpPr>
        <p:grpSpPr>
          <a:xfrm>
            <a:off x="5539771" y="122769"/>
            <a:ext cx="54000" cy="444960"/>
            <a:chOff x="5539771" y="122769"/>
            <a:chExt cx="54000" cy="44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14D605-644C-13B2-F4C3-C0E1D7764DD6}"/>
                    </a:ext>
                  </a:extLst>
                </p14:cNvPr>
                <p14:cNvContentPartPr/>
                <p14:nvPr/>
              </p14:nvContentPartPr>
              <p14:xfrm>
                <a:off x="5547331" y="122769"/>
                <a:ext cx="39240" cy="278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14D605-644C-13B2-F4C3-C0E1D7764DD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41211" y="116649"/>
                  <a:ext cx="514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2AE8ED3-CD5B-C02D-F498-8C4877872BBC}"/>
                    </a:ext>
                  </a:extLst>
                </p14:cNvPr>
                <p14:cNvContentPartPr/>
                <p14:nvPr/>
              </p14:nvContentPartPr>
              <p14:xfrm>
                <a:off x="5539771" y="507969"/>
                <a:ext cx="54000" cy="59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2AE8ED3-CD5B-C02D-F498-8C4877872B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33651" y="501849"/>
                  <a:ext cx="66240" cy="7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EDF7EED-F3E7-1A50-04DD-75C488413E56}"/>
              </a:ext>
            </a:extLst>
          </p:cNvPr>
          <p:cNvSpPr txBox="1"/>
          <p:nvPr/>
        </p:nvSpPr>
        <p:spPr>
          <a:xfrm>
            <a:off x="1117887" y="3658321"/>
            <a:ext cx="88437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They remember their actions with one another.</a:t>
            </a:r>
          </a:p>
          <a:p>
            <a:r>
              <a:rPr lang="en-US" sz="2400" dirty="0"/>
              <a:t>Actions are carried on… Let’s imagine these agents as people. </a:t>
            </a:r>
          </a:p>
          <a:p>
            <a:endParaRPr lang="en-US" sz="2400" dirty="0"/>
          </a:p>
          <a:p>
            <a:r>
              <a:rPr lang="en-US" sz="2400" dirty="0"/>
              <a:t>For example, person 1 has an idea and tells it to person 2. </a:t>
            </a:r>
          </a:p>
          <a:p>
            <a:r>
              <a:rPr lang="en-US" sz="2400" dirty="0"/>
              <a:t>Person 2 tells it to person 3, for a reason of some relevance.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5522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7593AE-1BC0-76AF-1ACA-FE21A8A89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6717" r="-2" b="6714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3FCB9-BE96-3B2E-42BB-E783BCDCC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How? The development of LLMs makes this possible.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These LLMs using web data that reflect us, encode the way we live, talk, and behave.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3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E63FB-1EBF-8352-5845-3588EE4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2AC582-4336-F758-38E5-BB0099211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052956-4F24-CBE2-2E6A-DE186A858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BABF93-02EF-FDDC-621A-B2342A88B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413D11B8-0EBB-D98E-C729-1021DEC96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AF855EE3-6F22-CF3C-9ED5-71D08B399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12DC0364-FFBE-D288-7134-4AD791F37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B9D7390F-0DEB-5187-805D-8DB16B17A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A171941-4224-5BF8-0EFE-7E887CAB7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6F6839-6A7C-5401-9442-0CE9F4B2A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0CD61-61C2-1AED-3C36-9095D5574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6" y="1020871"/>
            <a:ext cx="6960759" cy="2849671"/>
          </a:xfrm>
        </p:spPr>
        <p:txBody>
          <a:bodyPr>
            <a:normAutofit/>
          </a:bodyPr>
          <a:lstStyle/>
          <a:p>
            <a:pPr algn="l"/>
            <a:r>
              <a:rPr lang="en-US" sz="6000" dirty="0">
                <a:solidFill>
                  <a:srgbClr val="FFFFFF"/>
                </a:solidFill>
              </a:rPr>
              <a:t>2. The Dilemma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B1540403-74D7-6183-1B98-CBAB9173E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86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40F85-83CB-BE38-87D0-EAEDB683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Humans perceive a lifetime of experiences, remember and make sense of them, and translate into actions that represent us.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We must remember LLMs were: </a:t>
            </a:r>
          </a:p>
          <a:p>
            <a:r>
              <a:rPr lang="en-US" sz="2400" dirty="0"/>
              <a:t>originally built on the tendency to not remember beyond current interaction</a:t>
            </a:r>
          </a:p>
          <a:p>
            <a:r>
              <a:rPr lang="en-US" sz="2400" dirty="0"/>
              <a:t>operating on a language not attached to physical reality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235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E3C00-8F42-76F8-B552-A01B61884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46" y="308737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Origin: NPC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Drawbacks of previous attempts: simplifying environments/dimensions of agent behavior</a:t>
            </a:r>
          </a:p>
          <a:p>
            <a:r>
              <a:rPr lang="en-US" sz="2400" dirty="0"/>
              <a:t>Rule-based approaches like behavior trees or finite-state machines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Problem: Cannot remember consequences or do new things</a:t>
            </a:r>
          </a:p>
          <a:p>
            <a:pPr marL="0" indent="0">
              <a:buNone/>
            </a:pPr>
            <a:r>
              <a:rPr lang="en-US" sz="2400" dirty="0"/>
              <a:t>Goal: try to go past procedural knowledge and instead self-learn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Context window that is dynamically updated is the solution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3623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264C4-3100-7144-4A42-391659321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DD17B1-31DC-277A-83F6-1581A7640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8DE281-90BC-BC62-3546-9106402C8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70EE11-E37A-8082-6B91-F08DD0352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60EF1FA2-EFA3-1594-FB61-FD526E175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524CEEB2-1CA8-9A7E-EB96-F1BDC7CA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720A84CE-2CDF-33A8-73D5-F7A87809D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8628E956-8490-EC0D-2A87-50D7BB29B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9A750543-D5CA-4735-38A4-E47018E93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446F3D4-AE36-F5B7-EDCE-BDF1646A4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317EE-5BA5-F7F0-32B9-1D19F483F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6" y="1020871"/>
            <a:ext cx="6960759" cy="2849671"/>
          </a:xfrm>
        </p:spPr>
        <p:txBody>
          <a:bodyPr>
            <a:normAutofit/>
          </a:bodyPr>
          <a:lstStyle/>
          <a:p>
            <a:pPr algn="l"/>
            <a:r>
              <a:rPr lang="en-US" sz="6000" dirty="0">
                <a:solidFill>
                  <a:srgbClr val="FFFFFF"/>
                </a:solidFill>
              </a:rPr>
              <a:t>3. The Process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E8B11F10-DC3B-19F4-E309-1869BED37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26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93CC-3B08-523B-D8BC-ACF9F041E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F4A0C-3932-5E5F-A4E5-BFEC5EA49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209" y="2444898"/>
            <a:ext cx="8596668" cy="388077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Create idea-based sentences using what agent can perceive.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Store the sentences in their natural language format in long-term memory, the memory stream.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Retrieve memory subset that is relevant to current situation.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Then can choose to plan, act, or reflect (using LLM).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CB6954-3377-C1BF-B74A-43A66023664F}"/>
              </a:ext>
            </a:extLst>
          </p:cNvPr>
          <p:cNvSpPr txBox="1"/>
          <p:nvPr/>
        </p:nvSpPr>
        <p:spPr>
          <a:xfrm>
            <a:off x="3049820" y="1129553"/>
            <a:ext cx="5511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“desk is neat and organized”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F748F6-A0AE-AE8B-D627-210DF463432A}"/>
              </a:ext>
            </a:extLst>
          </p:cNvPr>
          <p:cNvGrpSpPr/>
          <p:nvPr/>
        </p:nvGrpSpPr>
        <p:grpSpPr>
          <a:xfrm>
            <a:off x="771277" y="439314"/>
            <a:ext cx="3616126" cy="1770319"/>
            <a:chOff x="771277" y="439314"/>
            <a:chExt cx="3616126" cy="177031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94FDEB-8171-314E-3D05-DD6A7128C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771277" y="439314"/>
              <a:ext cx="2671099" cy="1770319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B47B93D-374B-DE38-9EA4-4C6CECEBBAD9}"/>
                </a:ext>
              </a:extLst>
            </p:cNvPr>
            <p:cNvCxnSpPr/>
            <p:nvPr/>
          </p:nvCxnSpPr>
          <p:spPr>
            <a:xfrm flipH="1">
              <a:off x="3633746" y="2099144"/>
              <a:ext cx="739471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59064D9-6D66-FAAD-C493-CC51BDC04A95}"/>
                </a:ext>
              </a:extLst>
            </p:cNvPr>
            <p:cNvCxnSpPr/>
            <p:nvPr/>
          </p:nvCxnSpPr>
          <p:spPr>
            <a:xfrm flipH="1">
              <a:off x="3633745" y="1324595"/>
              <a:ext cx="739471" cy="0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A4E0322-DE7C-E616-0207-E9FA28B518ED}"/>
                </a:ext>
              </a:extLst>
            </p:cNvPr>
            <p:cNvCxnSpPr/>
            <p:nvPr/>
          </p:nvCxnSpPr>
          <p:spPr>
            <a:xfrm flipH="1">
              <a:off x="3647932" y="668633"/>
              <a:ext cx="739471" cy="0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871EDB-AABC-54BB-E7A0-F46F3FD0B4AF}"/>
              </a:ext>
            </a:extLst>
          </p:cNvPr>
          <p:cNvCxnSpPr/>
          <p:nvPr/>
        </p:nvCxnSpPr>
        <p:spPr>
          <a:xfrm>
            <a:off x="3647932" y="998924"/>
            <a:ext cx="916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83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7DECA-3ED8-583D-6246-39F5E0CB0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Reflections, based on observations, are higher-level, abstract thoughts and can be used as an additional type of memory.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 summary:</a:t>
            </a:r>
          </a:p>
          <a:p>
            <a:pPr marL="0" indent="0">
              <a:buNone/>
            </a:pPr>
            <a:r>
              <a:rPr lang="en-US" sz="2400" dirty="0"/>
              <a:t>Combine perceive-&gt;retrieve-&gt;</a:t>
            </a:r>
            <a:r>
              <a:rPr lang="en-US" sz="2400" dirty="0" err="1"/>
              <a:t>act,plan,reflect</a:t>
            </a:r>
            <a:r>
              <a:rPr lang="en-US" sz="2400" dirty="0"/>
              <a:t> in order to self-learn, and simulate human creating memories</a:t>
            </a:r>
          </a:p>
        </p:txBody>
      </p:sp>
    </p:spTree>
    <p:extLst>
      <p:ext uri="{BB962C8B-B14F-4D97-AF65-F5344CB8AC3E}">
        <p14:creationId xmlns:p14="http://schemas.microsoft.com/office/powerpoint/2010/main" val="310963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3C3AF-FBD2-7377-B75E-7C6031662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9821E1-D86C-2888-02D5-AE2EDA9C9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D2E4B1-1AF4-B221-267F-CDD9A9155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B021B8-E60A-5AB2-06D5-D61C2D24A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12FE0E13-BCC2-E1BE-5B03-893A46BBF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0DFB4250-494A-0E0C-490E-77D029AB3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D38E6620-0A54-E785-E88F-9C4EF78FC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11F43C3F-DC2F-4696-074D-94D9DC3C4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B5B13F6C-9E5F-4EF4-A3D4-88DCAB6B4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9B78756-B6F8-CA9A-EC43-3BCECB3DD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2C909-B4C6-A340-F988-7CEA6AFA8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6" y="1020871"/>
            <a:ext cx="6960759" cy="2849671"/>
          </a:xfrm>
        </p:spPr>
        <p:txBody>
          <a:bodyPr>
            <a:normAutofit/>
          </a:bodyPr>
          <a:lstStyle/>
          <a:p>
            <a:pPr algn="l"/>
            <a:r>
              <a:rPr lang="en-US" sz="6000" dirty="0">
                <a:solidFill>
                  <a:srgbClr val="FFFFFF"/>
                </a:solidFill>
              </a:rPr>
              <a:t>4. The Future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2650C69B-397A-9683-73C1-062E65562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06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7A786-D590-91C4-7FF6-71D4766FE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FA1DB-A112-1DB0-6550-988DF6680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Power to create AI that can understand and express human behavior.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For the future:</a:t>
            </a:r>
          </a:p>
          <a:p>
            <a:pPr marL="0" indent="0">
              <a:buNone/>
            </a:pPr>
            <a:r>
              <a:rPr lang="en-US" sz="2400" dirty="0"/>
              <a:t>Generative agents are obviously not real people, but their ability to simulate our behavior </a:t>
            </a:r>
            <a:r>
              <a:rPr lang="en-US" sz="2400" b="1" dirty="0"/>
              <a:t>may help us better understand ourselves</a:t>
            </a:r>
            <a:r>
              <a:rPr lang="en-US" sz="2400" dirty="0"/>
              <a:t> when it is not possible to engage in real life.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082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249</TotalTime>
  <Words>471</Words>
  <Application>Microsoft Office PowerPoint</Application>
  <PresentationFormat>Widescreen</PresentationFormat>
  <Paragraphs>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Generative Agents:  Interactive Simulacra of Human Behavior</vt:lpstr>
      <vt:lpstr>PowerPoint Presentation</vt:lpstr>
      <vt:lpstr>PowerPoint Presentation</vt:lpstr>
      <vt:lpstr>1. The Idea</vt:lpstr>
      <vt:lpstr>PowerPoint Presentation</vt:lpstr>
      <vt:lpstr>PowerPoint Presentation</vt:lpstr>
      <vt:lpstr>PowerPoint Presentation</vt:lpstr>
      <vt:lpstr>2. The Dilemma</vt:lpstr>
      <vt:lpstr>PowerPoint Presentation</vt:lpstr>
      <vt:lpstr>PowerPoint Presentation</vt:lpstr>
      <vt:lpstr>3. The Process</vt:lpstr>
      <vt:lpstr>PowerPoint Presentation</vt:lpstr>
      <vt:lpstr>PowerPoint Presentation</vt:lpstr>
      <vt:lpstr>4. The Future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Skyler Haas</dc:creator>
  <cp:lastModifiedBy>Skyler Haas</cp:lastModifiedBy>
  <cp:revision>1</cp:revision>
  <dcterms:created xsi:type="dcterms:W3CDTF">2026-01-26T21:44:51Z</dcterms:created>
  <dcterms:modified xsi:type="dcterms:W3CDTF">2026-02-05T21:29:30Z</dcterms:modified>
</cp:coreProperties>
</file>