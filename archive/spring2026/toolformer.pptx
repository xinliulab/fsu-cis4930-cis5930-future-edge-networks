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7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11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9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1" r:id="rId14"/>
    <p:sldId id="268" r:id="rId15"/>
    <p:sldId id="269" r:id="rId16"/>
    <p:sldId id="270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7316" autoAdjust="0"/>
  </p:normalViewPr>
  <p:slideViewPr>
    <p:cSldViewPr snapToGrid="0" snapToObjects="1">
      <p:cViewPr varScale="1">
        <p:scale>
          <a:sx n="83" d="100"/>
          <a:sy n="83" d="100"/>
        </p:scale>
        <p:origin x="1450" y="72"/>
      </p:cViewPr>
      <p:guideLst>
        <p:guide orient="horz" pos="2160"/>
        <p:guide pos="2880"/>
      </p:guideLst>
    </p:cSldViewPr>
  </p:slideViewPr>
  <p:notesTextViewPr>
    <p:cViewPr>
      <p:scale>
        <a:sx n="125" d="100"/>
        <a:sy n="12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4" Type="http://schemas.openxmlformats.org/officeDocument/2006/relationships/image" Target="../media/image10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2.png"/><Relationship Id="rId7" Type="http://schemas.openxmlformats.org/officeDocument/2006/relationships/image" Target="../media/image14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10" Type="http://schemas.openxmlformats.org/officeDocument/2006/relationships/image" Target="../media/image17.svg"/><Relationship Id="rId4" Type="http://schemas.openxmlformats.org/officeDocument/2006/relationships/image" Target="../media/image13.svg"/><Relationship Id="rId9" Type="http://schemas.openxmlformats.org/officeDocument/2006/relationships/image" Target="../media/image16.pn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4" Type="http://schemas.openxmlformats.org/officeDocument/2006/relationships/image" Target="../media/image23.svg"/></Relationships>
</file>

<file path=ppt/diagrams/_rels/data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sv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10" Type="http://schemas.openxmlformats.org/officeDocument/2006/relationships/image" Target="../media/image33.svg"/><Relationship Id="rId4" Type="http://schemas.openxmlformats.org/officeDocument/2006/relationships/image" Target="../media/image27.svg"/><Relationship Id="rId9" Type="http://schemas.openxmlformats.org/officeDocument/2006/relationships/image" Target="../media/image32.pn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4" Type="http://schemas.openxmlformats.org/officeDocument/2006/relationships/image" Target="../media/image10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2.png"/><Relationship Id="rId7" Type="http://schemas.openxmlformats.org/officeDocument/2006/relationships/image" Target="../media/image14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10" Type="http://schemas.openxmlformats.org/officeDocument/2006/relationships/image" Target="../media/image17.svg"/><Relationship Id="rId4" Type="http://schemas.openxmlformats.org/officeDocument/2006/relationships/image" Target="../media/image13.svg"/><Relationship Id="rId9" Type="http://schemas.openxmlformats.org/officeDocument/2006/relationships/image" Target="../media/image16.pn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4" Type="http://schemas.openxmlformats.org/officeDocument/2006/relationships/image" Target="../media/image23.svg"/></Relationships>
</file>

<file path=ppt/diagrams/_rels/drawing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sv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10" Type="http://schemas.openxmlformats.org/officeDocument/2006/relationships/image" Target="../media/image33.svg"/><Relationship Id="rId4" Type="http://schemas.openxmlformats.org/officeDocument/2006/relationships/image" Target="../media/image27.svg"/><Relationship Id="rId9" Type="http://schemas.openxmlformats.org/officeDocument/2006/relationships/image" Target="../media/image32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B014946-F44F-45C0-85F0-02AB609BC0F3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06D00CC4-425D-4F9A-86CC-2CAAC6868F9A}">
      <dgm:prSet/>
      <dgm:spPr/>
      <dgm:t>
        <a:bodyPr/>
        <a:lstStyle/>
        <a:p>
          <a:r>
            <a:rPr lang="en-US"/>
            <a:t>CIS4930</a:t>
          </a:r>
        </a:p>
      </dgm:t>
    </dgm:pt>
    <dgm:pt modelId="{C64F64A5-1AF2-426D-9475-FC08BF04FCF1}" type="parTrans" cxnId="{78A58ADA-0013-4755-8982-90B8E8643B58}">
      <dgm:prSet/>
      <dgm:spPr/>
      <dgm:t>
        <a:bodyPr/>
        <a:lstStyle/>
        <a:p>
          <a:endParaRPr lang="en-US"/>
        </a:p>
      </dgm:t>
    </dgm:pt>
    <dgm:pt modelId="{F4CFDFDA-36AA-4A25-BB89-E39FC79372AE}" type="sibTrans" cxnId="{78A58ADA-0013-4755-8982-90B8E8643B58}">
      <dgm:prSet/>
      <dgm:spPr/>
      <dgm:t>
        <a:bodyPr/>
        <a:lstStyle/>
        <a:p>
          <a:endParaRPr lang="en-US"/>
        </a:p>
      </dgm:t>
    </dgm:pt>
    <dgm:pt modelId="{E4A21C03-44F8-4734-8168-0F120F4C6D2C}">
      <dgm:prSet/>
      <dgm:spPr/>
      <dgm:t>
        <a:bodyPr/>
        <a:lstStyle/>
        <a:p>
          <a:r>
            <a:rPr lang="en-US"/>
            <a:t>Tomas Caruso</a:t>
          </a:r>
        </a:p>
      </dgm:t>
    </dgm:pt>
    <dgm:pt modelId="{6EC3B3BF-4BF0-4E47-B9AB-A15854CB57CD}" type="parTrans" cxnId="{DE2AC779-D072-4D16-A61F-91A949D9856D}">
      <dgm:prSet/>
      <dgm:spPr/>
      <dgm:t>
        <a:bodyPr/>
        <a:lstStyle/>
        <a:p>
          <a:endParaRPr lang="en-US"/>
        </a:p>
      </dgm:t>
    </dgm:pt>
    <dgm:pt modelId="{D238B999-9F56-4891-AC48-CCB22B942E2B}" type="sibTrans" cxnId="{DE2AC779-D072-4D16-A61F-91A949D9856D}">
      <dgm:prSet/>
      <dgm:spPr/>
      <dgm:t>
        <a:bodyPr/>
        <a:lstStyle/>
        <a:p>
          <a:endParaRPr lang="en-US"/>
        </a:p>
      </dgm:t>
    </dgm:pt>
    <dgm:pt modelId="{53B1217E-C088-4749-90B9-CB0E986F69D2}" type="pres">
      <dgm:prSet presAssocID="{FB014946-F44F-45C0-85F0-02AB609BC0F3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7AEC3AAC-4E03-4347-AFAC-4C495E68B07B}" type="pres">
      <dgm:prSet presAssocID="{06D00CC4-425D-4F9A-86CC-2CAAC6868F9A}" presName="hierRoot1" presStyleCnt="0"/>
      <dgm:spPr/>
    </dgm:pt>
    <dgm:pt modelId="{37A3DC58-55DC-48BF-BB2F-2225C796C7CB}" type="pres">
      <dgm:prSet presAssocID="{06D00CC4-425D-4F9A-86CC-2CAAC6868F9A}" presName="composite" presStyleCnt="0"/>
      <dgm:spPr/>
    </dgm:pt>
    <dgm:pt modelId="{C133115F-CE3F-4FF6-89E5-833EAD18E506}" type="pres">
      <dgm:prSet presAssocID="{06D00CC4-425D-4F9A-86CC-2CAAC6868F9A}" presName="background" presStyleLbl="node0" presStyleIdx="0" presStyleCnt="2"/>
      <dgm:spPr/>
    </dgm:pt>
    <dgm:pt modelId="{973AF2DC-7B5E-436D-9E79-F8B8AB3ED1FF}" type="pres">
      <dgm:prSet presAssocID="{06D00CC4-425D-4F9A-86CC-2CAAC6868F9A}" presName="text" presStyleLbl="fgAcc0" presStyleIdx="0" presStyleCnt="2">
        <dgm:presLayoutVars>
          <dgm:chPref val="3"/>
        </dgm:presLayoutVars>
      </dgm:prSet>
      <dgm:spPr/>
    </dgm:pt>
    <dgm:pt modelId="{7638C939-58C0-4A7C-AB0F-BB6CA95362D4}" type="pres">
      <dgm:prSet presAssocID="{06D00CC4-425D-4F9A-86CC-2CAAC6868F9A}" presName="hierChild2" presStyleCnt="0"/>
      <dgm:spPr/>
    </dgm:pt>
    <dgm:pt modelId="{6B4939FA-C53C-4AA7-B951-E505BF71E2B3}" type="pres">
      <dgm:prSet presAssocID="{E4A21C03-44F8-4734-8168-0F120F4C6D2C}" presName="hierRoot1" presStyleCnt="0"/>
      <dgm:spPr/>
    </dgm:pt>
    <dgm:pt modelId="{810E3876-F5B2-4ED2-B420-67618587468E}" type="pres">
      <dgm:prSet presAssocID="{E4A21C03-44F8-4734-8168-0F120F4C6D2C}" presName="composite" presStyleCnt="0"/>
      <dgm:spPr/>
    </dgm:pt>
    <dgm:pt modelId="{D94BA767-F79E-43BF-B3D4-613395E533FD}" type="pres">
      <dgm:prSet presAssocID="{E4A21C03-44F8-4734-8168-0F120F4C6D2C}" presName="background" presStyleLbl="node0" presStyleIdx="1" presStyleCnt="2"/>
      <dgm:spPr/>
    </dgm:pt>
    <dgm:pt modelId="{EA260232-3288-426D-80DF-6DCA9FDE05FD}" type="pres">
      <dgm:prSet presAssocID="{E4A21C03-44F8-4734-8168-0F120F4C6D2C}" presName="text" presStyleLbl="fgAcc0" presStyleIdx="1" presStyleCnt="2">
        <dgm:presLayoutVars>
          <dgm:chPref val="3"/>
        </dgm:presLayoutVars>
      </dgm:prSet>
      <dgm:spPr/>
    </dgm:pt>
    <dgm:pt modelId="{8AD68471-0EA2-48D6-ABBF-0104A32DEFA4}" type="pres">
      <dgm:prSet presAssocID="{E4A21C03-44F8-4734-8168-0F120F4C6D2C}" presName="hierChild2" presStyleCnt="0"/>
      <dgm:spPr/>
    </dgm:pt>
  </dgm:ptLst>
  <dgm:cxnLst>
    <dgm:cxn modelId="{02C4E514-DEDE-4CC4-AC31-290049F4D945}" type="presOf" srcId="{06D00CC4-425D-4F9A-86CC-2CAAC6868F9A}" destId="{973AF2DC-7B5E-436D-9E79-F8B8AB3ED1FF}" srcOrd="0" destOrd="0" presId="urn:microsoft.com/office/officeart/2005/8/layout/hierarchy1"/>
    <dgm:cxn modelId="{AF98A82A-8526-4C7E-8B39-43334A59EC6C}" type="presOf" srcId="{FB014946-F44F-45C0-85F0-02AB609BC0F3}" destId="{53B1217E-C088-4749-90B9-CB0E986F69D2}" srcOrd="0" destOrd="0" presId="urn:microsoft.com/office/officeart/2005/8/layout/hierarchy1"/>
    <dgm:cxn modelId="{DE2AC779-D072-4D16-A61F-91A949D9856D}" srcId="{FB014946-F44F-45C0-85F0-02AB609BC0F3}" destId="{E4A21C03-44F8-4734-8168-0F120F4C6D2C}" srcOrd="1" destOrd="0" parTransId="{6EC3B3BF-4BF0-4E47-B9AB-A15854CB57CD}" sibTransId="{D238B999-9F56-4891-AC48-CCB22B942E2B}"/>
    <dgm:cxn modelId="{F34BDE7D-6B9B-4987-98EB-0208A2761F3D}" type="presOf" srcId="{E4A21C03-44F8-4734-8168-0F120F4C6D2C}" destId="{EA260232-3288-426D-80DF-6DCA9FDE05FD}" srcOrd="0" destOrd="0" presId="urn:microsoft.com/office/officeart/2005/8/layout/hierarchy1"/>
    <dgm:cxn modelId="{78A58ADA-0013-4755-8982-90B8E8643B58}" srcId="{FB014946-F44F-45C0-85F0-02AB609BC0F3}" destId="{06D00CC4-425D-4F9A-86CC-2CAAC6868F9A}" srcOrd="0" destOrd="0" parTransId="{C64F64A5-1AF2-426D-9475-FC08BF04FCF1}" sibTransId="{F4CFDFDA-36AA-4A25-BB89-E39FC79372AE}"/>
    <dgm:cxn modelId="{0996E1CA-F1B4-467B-BCEC-C64A264B12D4}" type="presParOf" srcId="{53B1217E-C088-4749-90B9-CB0E986F69D2}" destId="{7AEC3AAC-4E03-4347-AFAC-4C495E68B07B}" srcOrd="0" destOrd="0" presId="urn:microsoft.com/office/officeart/2005/8/layout/hierarchy1"/>
    <dgm:cxn modelId="{211B0CA7-AE27-4DA5-AE62-B0F17A621357}" type="presParOf" srcId="{7AEC3AAC-4E03-4347-AFAC-4C495E68B07B}" destId="{37A3DC58-55DC-48BF-BB2F-2225C796C7CB}" srcOrd="0" destOrd="0" presId="urn:microsoft.com/office/officeart/2005/8/layout/hierarchy1"/>
    <dgm:cxn modelId="{83F90AE6-6C6F-4043-BB89-4E463FA972AD}" type="presParOf" srcId="{37A3DC58-55DC-48BF-BB2F-2225C796C7CB}" destId="{C133115F-CE3F-4FF6-89E5-833EAD18E506}" srcOrd="0" destOrd="0" presId="urn:microsoft.com/office/officeart/2005/8/layout/hierarchy1"/>
    <dgm:cxn modelId="{D26859C4-4382-48A2-8D21-A6718EF3B5E7}" type="presParOf" srcId="{37A3DC58-55DC-48BF-BB2F-2225C796C7CB}" destId="{973AF2DC-7B5E-436D-9E79-F8B8AB3ED1FF}" srcOrd="1" destOrd="0" presId="urn:microsoft.com/office/officeart/2005/8/layout/hierarchy1"/>
    <dgm:cxn modelId="{28625487-AEC9-4039-8576-AF670C8979FB}" type="presParOf" srcId="{7AEC3AAC-4E03-4347-AFAC-4C495E68B07B}" destId="{7638C939-58C0-4A7C-AB0F-BB6CA95362D4}" srcOrd="1" destOrd="0" presId="urn:microsoft.com/office/officeart/2005/8/layout/hierarchy1"/>
    <dgm:cxn modelId="{ED7A7F79-DE1F-44DB-9725-DD93C8CFB126}" type="presParOf" srcId="{53B1217E-C088-4749-90B9-CB0E986F69D2}" destId="{6B4939FA-C53C-4AA7-B951-E505BF71E2B3}" srcOrd="1" destOrd="0" presId="urn:microsoft.com/office/officeart/2005/8/layout/hierarchy1"/>
    <dgm:cxn modelId="{1347049B-A842-4CF3-94EC-A2586F3E7C39}" type="presParOf" srcId="{6B4939FA-C53C-4AA7-B951-E505BF71E2B3}" destId="{810E3876-F5B2-4ED2-B420-67618587468E}" srcOrd="0" destOrd="0" presId="urn:microsoft.com/office/officeart/2005/8/layout/hierarchy1"/>
    <dgm:cxn modelId="{9D175B00-62ED-4140-95CA-23484D4026C7}" type="presParOf" srcId="{810E3876-F5B2-4ED2-B420-67618587468E}" destId="{D94BA767-F79E-43BF-B3D4-613395E533FD}" srcOrd="0" destOrd="0" presId="urn:microsoft.com/office/officeart/2005/8/layout/hierarchy1"/>
    <dgm:cxn modelId="{01CA9A0B-CA4F-45B8-8377-6F8B53DBBD15}" type="presParOf" srcId="{810E3876-F5B2-4ED2-B420-67618587468E}" destId="{EA260232-3288-426D-80DF-6DCA9FDE05FD}" srcOrd="1" destOrd="0" presId="urn:microsoft.com/office/officeart/2005/8/layout/hierarchy1"/>
    <dgm:cxn modelId="{69E11AB7-A6A0-4BA4-A7E5-05CBC651154F}" type="presParOf" srcId="{6B4939FA-C53C-4AA7-B951-E505BF71E2B3}" destId="{8AD68471-0EA2-48D6-ABBF-0104A32DEFA4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871D6ED-A617-4232-A1CA-2E8A63EC9AAE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E094E845-F7C8-4C37-90CE-34870B52C31C}">
      <dgm:prSet/>
      <dgm:spPr/>
      <dgm:t>
        <a:bodyPr/>
        <a:lstStyle/>
        <a:p>
          <a:pPr>
            <a:defRPr cap="all"/>
          </a:pPr>
          <a:r>
            <a:rPr lang="en-US"/>
            <a:t>LLMs are good at language</a:t>
          </a:r>
        </a:p>
      </dgm:t>
    </dgm:pt>
    <dgm:pt modelId="{DC620A29-F754-4616-8FA8-9BE443B5950C}" type="parTrans" cxnId="{5E278C6B-41A8-4BAB-A1AC-9C5BDBBABE91}">
      <dgm:prSet/>
      <dgm:spPr/>
      <dgm:t>
        <a:bodyPr/>
        <a:lstStyle/>
        <a:p>
          <a:endParaRPr lang="en-US"/>
        </a:p>
      </dgm:t>
    </dgm:pt>
    <dgm:pt modelId="{B8784E1A-8068-4C49-9970-4C4277AC3219}" type="sibTrans" cxnId="{5E278C6B-41A8-4BAB-A1AC-9C5BDBBABE91}">
      <dgm:prSet/>
      <dgm:spPr/>
      <dgm:t>
        <a:bodyPr/>
        <a:lstStyle/>
        <a:p>
          <a:endParaRPr lang="en-US"/>
        </a:p>
      </dgm:t>
    </dgm:pt>
    <dgm:pt modelId="{786E9C3B-2E45-418A-83AB-278F7B0ED0BB}">
      <dgm:prSet/>
      <dgm:spPr/>
      <dgm:t>
        <a:bodyPr/>
        <a:lstStyle/>
        <a:p>
          <a:pPr>
            <a:defRPr cap="all"/>
          </a:pPr>
          <a:r>
            <a:rPr lang="en-US"/>
            <a:t>Bad at math, facts, and time</a:t>
          </a:r>
        </a:p>
      </dgm:t>
    </dgm:pt>
    <dgm:pt modelId="{C91FA112-6272-4738-8235-6FBD2B4C4654}" type="parTrans" cxnId="{3766C636-29A5-4931-9B0B-612609979FA7}">
      <dgm:prSet/>
      <dgm:spPr/>
      <dgm:t>
        <a:bodyPr/>
        <a:lstStyle/>
        <a:p>
          <a:endParaRPr lang="en-US"/>
        </a:p>
      </dgm:t>
    </dgm:pt>
    <dgm:pt modelId="{4F36F7CC-71CA-42F9-B986-AAA2EC7F8C88}" type="sibTrans" cxnId="{3766C636-29A5-4931-9B0B-612609979FA7}">
      <dgm:prSet/>
      <dgm:spPr/>
      <dgm:t>
        <a:bodyPr/>
        <a:lstStyle/>
        <a:p>
          <a:endParaRPr lang="en-US"/>
        </a:p>
      </dgm:t>
    </dgm:pt>
    <dgm:pt modelId="{28DF0476-6AE5-4F0A-83E7-B4AE1DA67844}">
      <dgm:prSet/>
      <dgm:spPr/>
      <dgm:t>
        <a:bodyPr/>
        <a:lstStyle/>
        <a:p>
          <a:pPr>
            <a:defRPr cap="all"/>
          </a:pPr>
          <a:r>
            <a:rPr lang="en-US"/>
            <a:t>Scaling alone doesn’t fix this</a:t>
          </a:r>
        </a:p>
      </dgm:t>
    </dgm:pt>
    <dgm:pt modelId="{645E95F1-979D-41CF-87F9-554D5B5F2310}" type="parTrans" cxnId="{DCF0CFBB-289A-4F4E-B6E3-44580EDC4264}">
      <dgm:prSet/>
      <dgm:spPr/>
      <dgm:t>
        <a:bodyPr/>
        <a:lstStyle/>
        <a:p>
          <a:endParaRPr lang="en-US"/>
        </a:p>
      </dgm:t>
    </dgm:pt>
    <dgm:pt modelId="{5EC7BABA-D6B9-4123-B9D0-E6847B78860E}" type="sibTrans" cxnId="{DCF0CFBB-289A-4F4E-B6E3-44580EDC4264}">
      <dgm:prSet/>
      <dgm:spPr/>
      <dgm:t>
        <a:bodyPr/>
        <a:lstStyle/>
        <a:p>
          <a:endParaRPr lang="en-US"/>
        </a:p>
      </dgm:t>
    </dgm:pt>
    <dgm:pt modelId="{CF42D735-07BD-4891-B5F8-1F724ABD2C87}" type="pres">
      <dgm:prSet presAssocID="{F871D6ED-A617-4232-A1CA-2E8A63EC9AAE}" presName="root" presStyleCnt="0">
        <dgm:presLayoutVars>
          <dgm:dir/>
          <dgm:resizeHandles val="exact"/>
        </dgm:presLayoutVars>
      </dgm:prSet>
      <dgm:spPr/>
    </dgm:pt>
    <dgm:pt modelId="{515F9860-8732-4FEC-89BD-9E09C342375B}" type="pres">
      <dgm:prSet presAssocID="{E094E845-F7C8-4C37-90CE-34870B52C31C}" presName="compNode" presStyleCnt="0"/>
      <dgm:spPr/>
    </dgm:pt>
    <dgm:pt modelId="{1AE6744D-265A-4425-A67B-5343D9946423}" type="pres">
      <dgm:prSet presAssocID="{E094E845-F7C8-4C37-90CE-34870B52C31C}" presName="iconBgRect" presStyleLbl="bgShp" presStyleIdx="0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06E8F452-88AE-4EA0-823E-6999E67A20A0}" type="pres">
      <dgm:prSet presAssocID="{E094E845-F7C8-4C37-90CE-34870B52C31C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2909AB83-5D3F-4315-B13E-F4B97A3C75E7}" type="pres">
      <dgm:prSet presAssocID="{E094E845-F7C8-4C37-90CE-34870B52C31C}" presName="spaceRect" presStyleCnt="0"/>
      <dgm:spPr/>
    </dgm:pt>
    <dgm:pt modelId="{CC2F2483-826C-4BEF-9BF6-CB807D5D3C7C}" type="pres">
      <dgm:prSet presAssocID="{E094E845-F7C8-4C37-90CE-34870B52C31C}" presName="textRect" presStyleLbl="revTx" presStyleIdx="0" presStyleCnt="3">
        <dgm:presLayoutVars>
          <dgm:chMax val="1"/>
          <dgm:chPref val="1"/>
        </dgm:presLayoutVars>
      </dgm:prSet>
      <dgm:spPr/>
    </dgm:pt>
    <dgm:pt modelId="{C3C97889-EEA4-4391-BD43-6D19613FFC14}" type="pres">
      <dgm:prSet presAssocID="{B8784E1A-8068-4C49-9970-4C4277AC3219}" presName="sibTrans" presStyleCnt="0"/>
      <dgm:spPr/>
    </dgm:pt>
    <dgm:pt modelId="{E4DEC03D-E6A3-42FD-953B-B3D1D0613E33}" type="pres">
      <dgm:prSet presAssocID="{786E9C3B-2E45-418A-83AB-278F7B0ED0BB}" presName="compNode" presStyleCnt="0"/>
      <dgm:spPr/>
    </dgm:pt>
    <dgm:pt modelId="{05836D6A-F0CD-499E-B538-E0146BEAF6A4}" type="pres">
      <dgm:prSet presAssocID="{786E9C3B-2E45-418A-83AB-278F7B0ED0BB}" presName="iconBgRect" presStyleLbl="bgShp" presStyleIdx="1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7B6417AC-D1DE-4C27-857F-097BB88420A3}" type="pres">
      <dgm:prSet presAssocID="{786E9C3B-2E45-418A-83AB-278F7B0ED0BB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lculator"/>
        </a:ext>
      </dgm:extLst>
    </dgm:pt>
    <dgm:pt modelId="{D4F4B5ED-6B2F-4116-AD78-82B6398FA410}" type="pres">
      <dgm:prSet presAssocID="{786E9C3B-2E45-418A-83AB-278F7B0ED0BB}" presName="spaceRect" presStyleCnt="0"/>
      <dgm:spPr/>
    </dgm:pt>
    <dgm:pt modelId="{8421A9B9-B848-4953-8C97-8AF017B7233D}" type="pres">
      <dgm:prSet presAssocID="{786E9C3B-2E45-418A-83AB-278F7B0ED0BB}" presName="textRect" presStyleLbl="revTx" presStyleIdx="1" presStyleCnt="3">
        <dgm:presLayoutVars>
          <dgm:chMax val="1"/>
          <dgm:chPref val="1"/>
        </dgm:presLayoutVars>
      </dgm:prSet>
      <dgm:spPr/>
    </dgm:pt>
    <dgm:pt modelId="{37E4617B-55E5-471A-B87D-D092067BCB07}" type="pres">
      <dgm:prSet presAssocID="{4F36F7CC-71CA-42F9-B986-AAA2EC7F8C88}" presName="sibTrans" presStyleCnt="0"/>
      <dgm:spPr/>
    </dgm:pt>
    <dgm:pt modelId="{848F3AF6-0BB7-4DB8-8937-FB22321EA063}" type="pres">
      <dgm:prSet presAssocID="{28DF0476-6AE5-4F0A-83E7-B4AE1DA67844}" presName="compNode" presStyleCnt="0"/>
      <dgm:spPr/>
    </dgm:pt>
    <dgm:pt modelId="{182E4C81-DBC7-45F0-992D-AE54666AF41C}" type="pres">
      <dgm:prSet presAssocID="{28DF0476-6AE5-4F0A-83E7-B4AE1DA67844}" presName="iconBgRect" presStyleLbl="bgShp" presStyleIdx="2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0E968E61-29C1-4596-9F5D-AF92F216AF5A}" type="pres">
      <dgm:prSet presAssocID="{28DF0476-6AE5-4F0A-83E7-B4AE1DA67844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ools"/>
        </a:ext>
      </dgm:extLst>
    </dgm:pt>
    <dgm:pt modelId="{3E5C64DD-DE9E-4114-9621-0F6D20230CA8}" type="pres">
      <dgm:prSet presAssocID="{28DF0476-6AE5-4F0A-83E7-B4AE1DA67844}" presName="spaceRect" presStyleCnt="0"/>
      <dgm:spPr/>
    </dgm:pt>
    <dgm:pt modelId="{7E81C080-4544-405C-B7BB-1B99030D176B}" type="pres">
      <dgm:prSet presAssocID="{28DF0476-6AE5-4F0A-83E7-B4AE1DA67844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01140B1D-E0BF-45FD-92A1-350091A997D4}" type="presOf" srcId="{E094E845-F7C8-4C37-90CE-34870B52C31C}" destId="{CC2F2483-826C-4BEF-9BF6-CB807D5D3C7C}" srcOrd="0" destOrd="0" presId="urn:microsoft.com/office/officeart/2018/5/layout/IconLeafLabelList"/>
    <dgm:cxn modelId="{3766C636-29A5-4931-9B0B-612609979FA7}" srcId="{F871D6ED-A617-4232-A1CA-2E8A63EC9AAE}" destId="{786E9C3B-2E45-418A-83AB-278F7B0ED0BB}" srcOrd="1" destOrd="0" parTransId="{C91FA112-6272-4738-8235-6FBD2B4C4654}" sibTransId="{4F36F7CC-71CA-42F9-B986-AAA2EC7F8C88}"/>
    <dgm:cxn modelId="{DB7DAA40-88B9-4E5A-843B-63CEC450BD7E}" type="presOf" srcId="{786E9C3B-2E45-418A-83AB-278F7B0ED0BB}" destId="{8421A9B9-B848-4953-8C97-8AF017B7233D}" srcOrd="0" destOrd="0" presId="urn:microsoft.com/office/officeart/2018/5/layout/IconLeafLabelList"/>
    <dgm:cxn modelId="{5E278C6B-41A8-4BAB-A1AC-9C5BDBBABE91}" srcId="{F871D6ED-A617-4232-A1CA-2E8A63EC9AAE}" destId="{E094E845-F7C8-4C37-90CE-34870B52C31C}" srcOrd="0" destOrd="0" parTransId="{DC620A29-F754-4616-8FA8-9BE443B5950C}" sibTransId="{B8784E1A-8068-4C49-9970-4C4277AC3219}"/>
    <dgm:cxn modelId="{DA91DF50-C686-484C-A157-0059E7811F3A}" type="presOf" srcId="{F871D6ED-A617-4232-A1CA-2E8A63EC9AAE}" destId="{CF42D735-07BD-4891-B5F8-1F724ABD2C87}" srcOrd="0" destOrd="0" presId="urn:microsoft.com/office/officeart/2018/5/layout/IconLeafLabelList"/>
    <dgm:cxn modelId="{4CD6F7AD-844C-4952-9888-4B55C46181C3}" type="presOf" srcId="{28DF0476-6AE5-4F0A-83E7-B4AE1DA67844}" destId="{7E81C080-4544-405C-B7BB-1B99030D176B}" srcOrd="0" destOrd="0" presId="urn:microsoft.com/office/officeart/2018/5/layout/IconLeafLabelList"/>
    <dgm:cxn modelId="{DCF0CFBB-289A-4F4E-B6E3-44580EDC4264}" srcId="{F871D6ED-A617-4232-A1CA-2E8A63EC9AAE}" destId="{28DF0476-6AE5-4F0A-83E7-B4AE1DA67844}" srcOrd="2" destOrd="0" parTransId="{645E95F1-979D-41CF-87F9-554D5B5F2310}" sibTransId="{5EC7BABA-D6B9-4123-B9D0-E6847B78860E}"/>
    <dgm:cxn modelId="{F498D12E-1741-4B90-91EC-5ABBA16B41ED}" type="presParOf" srcId="{CF42D735-07BD-4891-B5F8-1F724ABD2C87}" destId="{515F9860-8732-4FEC-89BD-9E09C342375B}" srcOrd="0" destOrd="0" presId="urn:microsoft.com/office/officeart/2018/5/layout/IconLeafLabelList"/>
    <dgm:cxn modelId="{DD1AB035-B9C1-4F08-9EFD-52AB19A2F94D}" type="presParOf" srcId="{515F9860-8732-4FEC-89BD-9E09C342375B}" destId="{1AE6744D-265A-4425-A67B-5343D9946423}" srcOrd="0" destOrd="0" presId="urn:microsoft.com/office/officeart/2018/5/layout/IconLeafLabelList"/>
    <dgm:cxn modelId="{921DA0BB-0646-486C-AF66-32C460D61779}" type="presParOf" srcId="{515F9860-8732-4FEC-89BD-9E09C342375B}" destId="{06E8F452-88AE-4EA0-823E-6999E67A20A0}" srcOrd="1" destOrd="0" presId="urn:microsoft.com/office/officeart/2018/5/layout/IconLeafLabelList"/>
    <dgm:cxn modelId="{6EFC68B3-41D0-4EB9-B5A7-596252911236}" type="presParOf" srcId="{515F9860-8732-4FEC-89BD-9E09C342375B}" destId="{2909AB83-5D3F-4315-B13E-F4B97A3C75E7}" srcOrd="2" destOrd="0" presId="urn:microsoft.com/office/officeart/2018/5/layout/IconLeafLabelList"/>
    <dgm:cxn modelId="{017F83BF-3406-4C5D-AE02-393B364A3F7B}" type="presParOf" srcId="{515F9860-8732-4FEC-89BD-9E09C342375B}" destId="{CC2F2483-826C-4BEF-9BF6-CB807D5D3C7C}" srcOrd="3" destOrd="0" presId="urn:microsoft.com/office/officeart/2018/5/layout/IconLeafLabelList"/>
    <dgm:cxn modelId="{3412BCD5-DEAB-46E3-B669-10D8B3FBAD01}" type="presParOf" srcId="{CF42D735-07BD-4891-B5F8-1F724ABD2C87}" destId="{C3C97889-EEA4-4391-BD43-6D19613FFC14}" srcOrd="1" destOrd="0" presId="urn:microsoft.com/office/officeart/2018/5/layout/IconLeafLabelList"/>
    <dgm:cxn modelId="{0C386D34-43C0-42CB-B095-AF355195B971}" type="presParOf" srcId="{CF42D735-07BD-4891-B5F8-1F724ABD2C87}" destId="{E4DEC03D-E6A3-42FD-953B-B3D1D0613E33}" srcOrd="2" destOrd="0" presId="urn:microsoft.com/office/officeart/2018/5/layout/IconLeafLabelList"/>
    <dgm:cxn modelId="{ECFE3EFE-B738-4E23-95E2-1C748D6A9B46}" type="presParOf" srcId="{E4DEC03D-E6A3-42FD-953B-B3D1D0613E33}" destId="{05836D6A-F0CD-499E-B538-E0146BEAF6A4}" srcOrd="0" destOrd="0" presId="urn:microsoft.com/office/officeart/2018/5/layout/IconLeafLabelList"/>
    <dgm:cxn modelId="{69200B9B-B3F5-467F-909D-D22687212C7D}" type="presParOf" srcId="{E4DEC03D-E6A3-42FD-953B-B3D1D0613E33}" destId="{7B6417AC-D1DE-4C27-857F-097BB88420A3}" srcOrd="1" destOrd="0" presId="urn:microsoft.com/office/officeart/2018/5/layout/IconLeafLabelList"/>
    <dgm:cxn modelId="{9318F3B2-5083-44F0-8667-E2A47B9D329B}" type="presParOf" srcId="{E4DEC03D-E6A3-42FD-953B-B3D1D0613E33}" destId="{D4F4B5ED-6B2F-4116-AD78-82B6398FA410}" srcOrd="2" destOrd="0" presId="urn:microsoft.com/office/officeart/2018/5/layout/IconLeafLabelList"/>
    <dgm:cxn modelId="{1396DDBC-2842-44C7-A26E-33FDFA410985}" type="presParOf" srcId="{E4DEC03D-E6A3-42FD-953B-B3D1D0613E33}" destId="{8421A9B9-B848-4953-8C97-8AF017B7233D}" srcOrd="3" destOrd="0" presId="urn:microsoft.com/office/officeart/2018/5/layout/IconLeafLabelList"/>
    <dgm:cxn modelId="{3EA620FA-48B5-4D30-8309-0C3D81577A63}" type="presParOf" srcId="{CF42D735-07BD-4891-B5F8-1F724ABD2C87}" destId="{37E4617B-55E5-471A-B87D-D092067BCB07}" srcOrd="3" destOrd="0" presId="urn:microsoft.com/office/officeart/2018/5/layout/IconLeafLabelList"/>
    <dgm:cxn modelId="{26674EC4-2343-4B4D-8356-C1E28D02D7CE}" type="presParOf" srcId="{CF42D735-07BD-4891-B5F8-1F724ABD2C87}" destId="{848F3AF6-0BB7-4DB8-8937-FB22321EA063}" srcOrd="4" destOrd="0" presId="urn:microsoft.com/office/officeart/2018/5/layout/IconLeafLabelList"/>
    <dgm:cxn modelId="{F017774F-EE4D-4ACA-BA28-6F791D7ADA4E}" type="presParOf" srcId="{848F3AF6-0BB7-4DB8-8937-FB22321EA063}" destId="{182E4C81-DBC7-45F0-992D-AE54666AF41C}" srcOrd="0" destOrd="0" presId="urn:microsoft.com/office/officeart/2018/5/layout/IconLeafLabelList"/>
    <dgm:cxn modelId="{6D56D991-D0C6-49F5-BE0B-0A82B1848329}" type="presParOf" srcId="{848F3AF6-0BB7-4DB8-8937-FB22321EA063}" destId="{0E968E61-29C1-4596-9F5D-AF92F216AF5A}" srcOrd="1" destOrd="0" presId="urn:microsoft.com/office/officeart/2018/5/layout/IconLeafLabelList"/>
    <dgm:cxn modelId="{559E65E5-D628-4101-8962-2D4C8D1C7A38}" type="presParOf" srcId="{848F3AF6-0BB7-4DB8-8937-FB22321EA063}" destId="{3E5C64DD-DE9E-4114-9621-0F6D20230CA8}" srcOrd="2" destOrd="0" presId="urn:microsoft.com/office/officeart/2018/5/layout/IconLeafLabelList"/>
    <dgm:cxn modelId="{7978ED23-279C-46A8-A22A-6DDF0871EAA4}" type="presParOf" srcId="{848F3AF6-0BB7-4DB8-8937-FB22321EA063}" destId="{7E81C080-4544-405C-B7BB-1B99030D176B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A2AE3D1-FE13-414A-8818-C3E377159D6F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F674889D-5DC8-44D9-8935-1E6E0A73D17D}">
      <dgm:prSet/>
      <dgm:spPr/>
      <dgm:t>
        <a:bodyPr/>
        <a:lstStyle/>
        <a:p>
          <a:pPr>
            <a:defRPr cap="all"/>
          </a:pPr>
          <a:r>
            <a:rPr lang="en-US"/>
            <a:t>Models don’t know when or how to use tools</a:t>
          </a:r>
        </a:p>
      </dgm:t>
    </dgm:pt>
    <dgm:pt modelId="{88392857-CF47-49CB-B246-2120A6968D87}" type="parTrans" cxnId="{F6A552C5-8396-442D-A04A-7347A733F890}">
      <dgm:prSet/>
      <dgm:spPr/>
      <dgm:t>
        <a:bodyPr/>
        <a:lstStyle/>
        <a:p>
          <a:endParaRPr lang="en-US"/>
        </a:p>
      </dgm:t>
    </dgm:pt>
    <dgm:pt modelId="{724C7C91-975A-4F91-B2E3-454EEEC6F849}" type="sibTrans" cxnId="{F6A552C5-8396-442D-A04A-7347A733F890}">
      <dgm:prSet/>
      <dgm:spPr/>
      <dgm:t>
        <a:bodyPr/>
        <a:lstStyle/>
        <a:p>
          <a:endParaRPr lang="en-US"/>
        </a:p>
      </dgm:t>
    </dgm:pt>
    <dgm:pt modelId="{C9E12D9E-B8B6-4952-9A10-1E1F63D7623B}">
      <dgm:prSet/>
      <dgm:spPr/>
      <dgm:t>
        <a:bodyPr/>
        <a:lstStyle/>
        <a:p>
          <a:pPr>
            <a:defRPr cap="all"/>
          </a:pPr>
          <a:r>
            <a:rPr lang="en-US"/>
            <a:t>Prior work relies on humans</a:t>
          </a:r>
        </a:p>
      </dgm:t>
    </dgm:pt>
    <dgm:pt modelId="{61DB269A-9EAC-4C59-9EE5-8535B4D5D2A1}" type="parTrans" cxnId="{5251811E-0745-4B6F-B3CF-68987CABFFCE}">
      <dgm:prSet/>
      <dgm:spPr/>
      <dgm:t>
        <a:bodyPr/>
        <a:lstStyle/>
        <a:p>
          <a:endParaRPr lang="en-US"/>
        </a:p>
      </dgm:t>
    </dgm:pt>
    <dgm:pt modelId="{55FE9383-225E-45A3-8A06-8D5B66727383}" type="sibTrans" cxnId="{5251811E-0745-4B6F-B3CF-68987CABFFCE}">
      <dgm:prSet/>
      <dgm:spPr/>
      <dgm:t>
        <a:bodyPr/>
        <a:lstStyle/>
        <a:p>
          <a:endParaRPr lang="en-US"/>
        </a:p>
      </dgm:t>
    </dgm:pt>
    <dgm:pt modelId="{C21AF7AF-FFC8-4C06-91E2-219417C27C0B}" type="pres">
      <dgm:prSet presAssocID="{3A2AE3D1-FE13-414A-8818-C3E377159D6F}" presName="root" presStyleCnt="0">
        <dgm:presLayoutVars>
          <dgm:dir/>
          <dgm:resizeHandles val="exact"/>
        </dgm:presLayoutVars>
      </dgm:prSet>
      <dgm:spPr/>
    </dgm:pt>
    <dgm:pt modelId="{B33C7991-6123-4BB6-8F4D-F78D6EEF5F39}" type="pres">
      <dgm:prSet presAssocID="{F674889D-5DC8-44D9-8935-1E6E0A73D17D}" presName="compNode" presStyleCnt="0"/>
      <dgm:spPr/>
    </dgm:pt>
    <dgm:pt modelId="{E23D4FD1-1122-458F-89AB-1B75C8A17C57}" type="pres">
      <dgm:prSet presAssocID="{F674889D-5DC8-44D9-8935-1E6E0A73D17D}" presName="iconBgRect" presStyleLbl="bgShp" presStyleIdx="0" presStyleCnt="2"/>
      <dgm:spPr>
        <a:prstGeom prst="round2DiagRect">
          <a:avLst>
            <a:gd name="adj1" fmla="val 29727"/>
            <a:gd name="adj2" fmla="val 0"/>
          </a:avLst>
        </a:prstGeom>
      </dgm:spPr>
    </dgm:pt>
    <dgm:pt modelId="{804EF2EC-6753-4F71-BB8D-F5AF2E4F2FC9}" type="pres">
      <dgm:prSet presAssocID="{F674889D-5DC8-44D9-8935-1E6E0A73D17D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ools"/>
        </a:ext>
      </dgm:extLst>
    </dgm:pt>
    <dgm:pt modelId="{3630E621-0270-4CD5-BA91-1B0EB04AD0FB}" type="pres">
      <dgm:prSet presAssocID="{F674889D-5DC8-44D9-8935-1E6E0A73D17D}" presName="spaceRect" presStyleCnt="0"/>
      <dgm:spPr/>
    </dgm:pt>
    <dgm:pt modelId="{BCB054C8-16D9-4E81-B9C7-606BB8E0D4B1}" type="pres">
      <dgm:prSet presAssocID="{F674889D-5DC8-44D9-8935-1E6E0A73D17D}" presName="textRect" presStyleLbl="revTx" presStyleIdx="0" presStyleCnt="2">
        <dgm:presLayoutVars>
          <dgm:chMax val="1"/>
          <dgm:chPref val="1"/>
        </dgm:presLayoutVars>
      </dgm:prSet>
      <dgm:spPr/>
    </dgm:pt>
    <dgm:pt modelId="{84CD92D2-8F0C-493D-857C-1389D93FDE07}" type="pres">
      <dgm:prSet presAssocID="{724C7C91-975A-4F91-B2E3-454EEEC6F849}" presName="sibTrans" presStyleCnt="0"/>
      <dgm:spPr/>
    </dgm:pt>
    <dgm:pt modelId="{A19AC094-053D-4F74-8C13-B4BAC26CC52C}" type="pres">
      <dgm:prSet presAssocID="{C9E12D9E-B8B6-4952-9A10-1E1F63D7623B}" presName="compNode" presStyleCnt="0"/>
      <dgm:spPr/>
    </dgm:pt>
    <dgm:pt modelId="{05A1E437-B108-47B7-87B9-832664BFBCC1}" type="pres">
      <dgm:prSet presAssocID="{C9E12D9E-B8B6-4952-9A10-1E1F63D7623B}" presName="iconBgRect" presStyleLbl="bgShp" presStyleIdx="1" presStyleCnt="2"/>
      <dgm:spPr>
        <a:prstGeom prst="round2DiagRect">
          <a:avLst>
            <a:gd name="adj1" fmla="val 29727"/>
            <a:gd name="adj2" fmla="val 0"/>
          </a:avLst>
        </a:prstGeom>
      </dgm:spPr>
    </dgm:pt>
    <dgm:pt modelId="{1FB1EBCE-A176-42AD-A6B4-E50882CE35AD}" type="pres">
      <dgm:prSet presAssocID="{C9E12D9E-B8B6-4952-9A10-1E1F63D7623B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oup"/>
        </a:ext>
      </dgm:extLst>
    </dgm:pt>
    <dgm:pt modelId="{FDBA437D-6C38-4360-93E9-2377061F8997}" type="pres">
      <dgm:prSet presAssocID="{C9E12D9E-B8B6-4952-9A10-1E1F63D7623B}" presName="spaceRect" presStyleCnt="0"/>
      <dgm:spPr/>
    </dgm:pt>
    <dgm:pt modelId="{48B433E3-794C-49BE-82C8-92DA4CB3EAA9}" type="pres">
      <dgm:prSet presAssocID="{C9E12D9E-B8B6-4952-9A10-1E1F63D7623B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08F69710-5960-4D7E-8F60-D3055828F8D5}" type="presOf" srcId="{3A2AE3D1-FE13-414A-8818-C3E377159D6F}" destId="{C21AF7AF-FFC8-4C06-91E2-219417C27C0B}" srcOrd="0" destOrd="0" presId="urn:microsoft.com/office/officeart/2018/5/layout/IconLeafLabelList"/>
    <dgm:cxn modelId="{5251811E-0745-4B6F-B3CF-68987CABFFCE}" srcId="{3A2AE3D1-FE13-414A-8818-C3E377159D6F}" destId="{C9E12D9E-B8B6-4952-9A10-1E1F63D7623B}" srcOrd="1" destOrd="0" parTransId="{61DB269A-9EAC-4C59-9EE5-8535B4D5D2A1}" sibTransId="{55FE9383-225E-45A3-8A06-8D5B66727383}"/>
    <dgm:cxn modelId="{89D9D96D-C7B5-4571-B3CA-1648EE799D3E}" type="presOf" srcId="{C9E12D9E-B8B6-4952-9A10-1E1F63D7623B}" destId="{48B433E3-794C-49BE-82C8-92DA4CB3EAA9}" srcOrd="0" destOrd="0" presId="urn:microsoft.com/office/officeart/2018/5/layout/IconLeafLabelList"/>
    <dgm:cxn modelId="{4767D181-017B-4E70-A49E-09CEC8BF01F2}" type="presOf" srcId="{F674889D-5DC8-44D9-8935-1E6E0A73D17D}" destId="{BCB054C8-16D9-4E81-B9C7-606BB8E0D4B1}" srcOrd="0" destOrd="0" presId="urn:microsoft.com/office/officeart/2018/5/layout/IconLeafLabelList"/>
    <dgm:cxn modelId="{F6A552C5-8396-442D-A04A-7347A733F890}" srcId="{3A2AE3D1-FE13-414A-8818-C3E377159D6F}" destId="{F674889D-5DC8-44D9-8935-1E6E0A73D17D}" srcOrd="0" destOrd="0" parTransId="{88392857-CF47-49CB-B246-2120A6968D87}" sibTransId="{724C7C91-975A-4F91-B2E3-454EEEC6F849}"/>
    <dgm:cxn modelId="{0F4C04F2-FCD8-468E-83C7-76F288AEA8DE}" type="presParOf" srcId="{C21AF7AF-FFC8-4C06-91E2-219417C27C0B}" destId="{B33C7991-6123-4BB6-8F4D-F78D6EEF5F39}" srcOrd="0" destOrd="0" presId="urn:microsoft.com/office/officeart/2018/5/layout/IconLeafLabelList"/>
    <dgm:cxn modelId="{6E3700EC-EFAB-4838-8877-14D2C700F34C}" type="presParOf" srcId="{B33C7991-6123-4BB6-8F4D-F78D6EEF5F39}" destId="{E23D4FD1-1122-458F-89AB-1B75C8A17C57}" srcOrd="0" destOrd="0" presId="urn:microsoft.com/office/officeart/2018/5/layout/IconLeafLabelList"/>
    <dgm:cxn modelId="{BE3DDEB5-8D61-45BB-BE0E-BD76F24E091C}" type="presParOf" srcId="{B33C7991-6123-4BB6-8F4D-F78D6EEF5F39}" destId="{804EF2EC-6753-4F71-BB8D-F5AF2E4F2FC9}" srcOrd="1" destOrd="0" presId="urn:microsoft.com/office/officeart/2018/5/layout/IconLeafLabelList"/>
    <dgm:cxn modelId="{645F5386-EECA-467E-890C-8DED156CEDDC}" type="presParOf" srcId="{B33C7991-6123-4BB6-8F4D-F78D6EEF5F39}" destId="{3630E621-0270-4CD5-BA91-1B0EB04AD0FB}" srcOrd="2" destOrd="0" presId="urn:microsoft.com/office/officeart/2018/5/layout/IconLeafLabelList"/>
    <dgm:cxn modelId="{7DC66CF6-BF89-4FD3-A182-A6ED22EA4955}" type="presParOf" srcId="{B33C7991-6123-4BB6-8F4D-F78D6EEF5F39}" destId="{BCB054C8-16D9-4E81-B9C7-606BB8E0D4B1}" srcOrd="3" destOrd="0" presId="urn:microsoft.com/office/officeart/2018/5/layout/IconLeafLabelList"/>
    <dgm:cxn modelId="{C33A79A6-72AE-4D2F-9D0B-35E4BD7B912C}" type="presParOf" srcId="{C21AF7AF-FFC8-4C06-91E2-219417C27C0B}" destId="{84CD92D2-8F0C-493D-857C-1389D93FDE07}" srcOrd="1" destOrd="0" presId="urn:microsoft.com/office/officeart/2018/5/layout/IconLeafLabelList"/>
    <dgm:cxn modelId="{38159F97-E6D7-4C2D-A123-EB31225809AA}" type="presParOf" srcId="{C21AF7AF-FFC8-4C06-91E2-219417C27C0B}" destId="{A19AC094-053D-4F74-8C13-B4BAC26CC52C}" srcOrd="2" destOrd="0" presId="urn:microsoft.com/office/officeart/2018/5/layout/IconLeafLabelList"/>
    <dgm:cxn modelId="{CFC2A7A1-D7E1-49D7-ABB8-B4569BC0511A}" type="presParOf" srcId="{A19AC094-053D-4F74-8C13-B4BAC26CC52C}" destId="{05A1E437-B108-47B7-87B9-832664BFBCC1}" srcOrd="0" destOrd="0" presId="urn:microsoft.com/office/officeart/2018/5/layout/IconLeafLabelList"/>
    <dgm:cxn modelId="{6173EF73-9238-4D35-BBC9-89E62117FEF6}" type="presParOf" srcId="{A19AC094-053D-4F74-8C13-B4BAC26CC52C}" destId="{1FB1EBCE-A176-42AD-A6B4-E50882CE35AD}" srcOrd="1" destOrd="0" presId="urn:microsoft.com/office/officeart/2018/5/layout/IconLeafLabelList"/>
    <dgm:cxn modelId="{FFA0C978-7E98-4053-A406-5A7E90F8A75A}" type="presParOf" srcId="{A19AC094-053D-4F74-8C13-B4BAC26CC52C}" destId="{FDBA437D-6C38-4360-93E9-2377061F8997}" srcOrd="2" destOrd="0" presId="urn:microsoft.com/office/officeart/2018/5/layout/IconLeafLabelList"/>
    <dgm:cxn modelId="{3F2470B9-A64B-47DA-917A-FEEDE5611920}" type="presParOf" srcId="{A19AC094-053D-4F74-8C13-B4BAC26CC52C}" destId="{48B433E3-794C-49BE-82C8-92DA4CB3EAA9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6AA5D86-D491-4EEF-8FEC-DCFC9E51A853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04825B9C-490C-4BBD-A80F-81498F00FBCE}">
      <dgm:prSet/>
      <dgm:spPr/>
      <dgm:t>
        <a:bodyPr/>
        <a:lstStyle/>
        <a:p>
          <a:pPr>
            <a:defRPr cap="all"/>
          </a:pPr>
          <a:r>
            <a:rPr lang="en-US"/>
            <a:t>QA</a:t>
          </a:r>
        </a:p>
      </dgm:t>
    </dgm:pt>
    <dgm:pt modelId="{423F9609-F8DD-4F08-BC09-147920DC9DA1}" type="parTrans" cxnId="{37213FCE-7C3A-40C1-8E22-6E2A2AC2A195}">
      <dgm:prSet/>
      <dgm:spPr/>
      <dgm:t>
        <a:bodyPr/>
        <a:lstStyle/>
        <a:p>
          <a:endParaRPr lang="en-US"/>
        </a:p>
      </dgm:t>
    </dgm:pt>
    <dgm:pt modelId="{5C4932C2-9018-4A2F-85B1-3F19CAC23CA0}" type="sibTrans" cxnId="{37213FCE-7C3A-40C1-8E22-6E2A2AC2A195}">
      <dgm:prSet/>
      <dgm:spPr/>
      <dgm:t>
        <a:bodyPr/>
        <a:lstStyle/>
        <a:p>
          <a:endParaRPr lang="en-US"/>
        </a:p>
      </dgm:t>
    </dgm:pt>
    <dgm:pt modelId="{8DE8861B-3B5C-4CBD-B278-86FC0EC7E9A9}">
      <dgm:prSet/>
      <dgm:spPr/>
      <dgm:t>
        <a:bodyPr/>
        <a:lstStyle/>
        <a:p>
          <a:pPr>
            <a:defRPr cap="all"/>
          </a:pPr>
          <a:r>
            <a:rPr lang="en-US"/>
            <a:t>Wikipedia Search</a:t>
          </a:r>
        </a:p>
      </dgm:t>
    </dgm:pt>
    <dgm:pt modelId="{BFCA2D99-364B-417C-9B05-2EC5C5345C3A}" type="parTrans" cxnId="{263ECD16-184A-42FA-815D-6EF154AAC7AD}">
      <dgm:prSet/>
      <dgm:spPr/>
      <dgm:t>
        <a:bodyPr/>
        <a:lstStyle/>
        <a:p>
          <a:endParaRPr lang="en-US"/>
        </a:p>
      </dgm:t>
    </dgm:pt>
    <dgm:pt modelId="{930DDE44-CF06-40FE-872B-E07EECD759C8}" type="sibTrans" cxnId="{263ECD16-184A-42FA-815D-6EF154AAC7AD}">
      <dgm:prSet/>
      <dgm:spPr/>
      <dgm:t>
        <a:bodyPr/>
        <a:lstStyle/>
        <a:p>
          <a:endParaRPr lang="en-US"/>
        </a:p>
      </dgm:t>
    </dgm:pt>
    <dgm:pt modelId="{2DBB98BF-92C8-45B5-818E-A71D5FE3A262}">
      <dgm:prSet/>
      <dgm:spPr/>
      <dgm:t>
        <a:bodyPr/>
        <a:lstStyle/>
        <a:p>
          <a:pPr>
            <a:defRPr cap="all"/>
          </a:pPr>
          <a:r>
            <a:rPr lang="en-US"/>
            <a:t>Calculator</a:t>
          </a:r>
        </a:p>
      </dgm:t>
    </dgm:pt>
    <dgm:pt modelId="{8586AA90-6A8C-43D6-AC45-A27FCCA314E8}" type="parTrans" cxnId="{BE656802-2334-4870-8EF7-A50F3D55FC1D}">
      <dgm:prSet/>
      <dgm:spPr/>
      <dgm:t>
        <a:bodyPr/>
        <a:lstStyle/>
        <a:p>
          <a:endParaRPr lang="en-US"/>
        </a:p>
      </dgm:t>
    </dgm:pt>
    <dgm:pt modelId="{81FB9429-8941-4B6C-AB9C-29AB27B39410}" type="sibTrans" cxnId="{BE656802-2334-4870-8EF7-A50F3D55FC1D}">
      <dgm:prSet/>
      <dgm:spPr/>
      <dgm:t>
        <a:bodyPr/>
        <a:lstStyle/>
        <a:p>
          <a:endParaRPr lang="en-US"/>
        </a:p>
      </dgm:t>
    </dgm:pt>
    <dgm:pt modelId="{9F464FA4-C189-49FC-B7A2-0FA930EE7267}">
      <dgm:prSet/>
      <dgm:spPr/>
      <dgm:t>
        <a:bodyPr/>
        <a:lstStyle/>
        <a:p>
          <a:pPr>
            <a:defRPr cap="all"/>
          </a:pPr>
          <a:r>
            <a:rPr lang="en-US"/>
            <a:t>Calendar</a:t>
          </a:r>
        </a:p>
      </dgm:t>
    </dgm:pt>
    <dgm:pt modelId="{A3837496-5CD8-45A0-9B88-420A445759FA}" type="parTrans" cxnId="{8C850854-A063-4CB0-AB8F-B310075CE3A0}">
      <dgm:prSet/>
      <dgm:spPr/>
      <dgm:t>
        <a:bodyPr/>
        <a:lstStyle/>
        <a:p>
          <a:endParaRPr lang="en-US"/>
        </a:p>
      </dgm:t>
    </dgm:pt>
    <dgm:pt modelId="{494D6286-CE8D-432A-88F2-609022127507}" type="sibTrans" cxnId="{8C850854-A063-4CB0-AB8F-B310075CE3A0}">
      <dgm:prSet/>
      <dgm:spPr/>
      <dgm:t>
        <a:bodyPr/>
        <a:lstStyle/>
        <a:p>
          <a:endParaRPr lang="en-US"/>
        </a:p>
      </dgm:t>
    </dgm:pt>
    <dgm:pt modelId="{EE52FBC3-CD12-4903-A0AF-A08F2F7557FF}">
      <dgm:prSet/>
      <dgm:spPr/>
      <dgm:t>
        <a:bodyPr/>
        <a:lstStyle/>
        <a:p>
          <a:pPr>
            <a:defRPr cap="all"/>
          </a:pPr>
          <a:r>
            <a:rPr lang="en-US"/>
            <a:t>Machine Translation</a:t>
          </a:r>
        </a:p>
      </dgm:t>
    </dgm:pt>
    <dgm:pt modelId="{35B43602-B77D-4F17-9886-D9BA3BC743D9}" type="parTrans" cxnId="{5A118215-5CEF-4D15-8E46-BDE5613F8392}">
      <dgm:prSet/>
      <dgm:spPr/>
      <dgm:t>
        <a:bodyPr/>
        <a:lstStyle/>
        <a:p>
          <a:endParaRPr lang="en-US"/>
        </a:p>
      </dgm:t>
    </dgm:pt>
    <dgm:pt modelId="{79F91D07-097B-482E-9F90-FF4B9E8639E7}" type="sibTrans" cxnId="{5A118215-5CEF-4D15-8E46-BDE5613F8392}">
      <dgm:prSet/>
      <dgm:spPr/>
      <dgm:t>
        <a:bodyPr/>
        <a:lstStyle/>
        <a:p>
          <a:endParaRPr lang="en-US"/>
        </a:p>
      </dgm:t>
    </dgm:pt>
    <dgm:pt modelId="{187B3401-7EFD-40BB-95FE-AEF49B6B47EB}" type="pres">
      <dgm:prSet presAssocID="{E6AA5D86-D491-4EEF-8FEC-DCFC9E51A853}" presName="root" presStyleCnt="0">
        <dgm:presLayoutVars>
          <dgm:dir/>
          <dgm:resizeHandles val="exact"/>
        </dgm:presLayoutVars>
      </dgm:prSet>
      <dgm:spPr/>
    </dgm:pt>
    <dgm:pt modelId="{BDFDC155-7B64-44ED-B994-ADF7923ACF3F}" type="pres">
      <dgm:prSet presAssocID="{04825B9C-490C-4BBD-A80F-81498F00FBCE}" presName="compNode" presStyleCnt="0"/>
      <dgm:spPr/>
    </dgm:pt>
    <dgm:pt modelId="{8EF26770-CCA3-41D3-BCF9-EE65B548BF25}" type="pres">
      <dgm:prSet presAssocID="{04825B9C-490C-4BBD-A80F-81498F00FBCE}" presName="iconBgRect" presStyleLbl="bgShp" presStyleIdx="0" presStyleCnt="5"/>
      <dgm:spPr/>
    </dgm:pt>
    <dgm:pt modelId="{94BEE80B-3A96-40D8-B082-E00FF5532863}" type="pres">
      <dgm:prSet presAssocID="{04825B9C-490C-4BBD-A80F-81498F00FBCE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D72C69D9-8443-4F71-AD02-95A726B38F7F}" type="pres">
      <dgm:prSet presAssocID="{04825B9C-490C-4BBD-A80F-81498F00FBCE}" presName="spaceRect" presStyleCnt="0"/>
      <dgm:spPr/>
    </dgm:pt>
    <dgm:pt modelId="{D1FF2D38-DA65-4893-B85E-E14656DBD99E}" type="pres">
      <dgm:prSet presAssocID="{04825B9C-490C-4BBD-A80F-81498F00FBCE}" presName="textRect" presStyleLbl="revTx" presStyleIdx="0" presStyleCnt="5">
        <dgm:presLayoutVars>
          <dgm:chMax val="1"/>
          <dgm:chPref val="1"/>
        </dgm:presLayoutVars>
      </dgm:prSet>
      <dgm:spPr/>
    </dgm:pt>
    <dgm:pt modelId="{97DC2D7A-7A41-4871-B2D0-2A49B167E1BF}" type="pres">
      <dgm:prSet presAssocID="{5C4932C2-9018-4A2F-85B1-3F19CAC23CA0}" presName="sibTrans" presStyleCnt="0"/>
      <dgm:spPr/>
    </dgm:pt>
    <dgm:pt modelId="{EAD85877-DA08-4811-B840-4B44A19AFDE3}" type="pres">
      <dgm:prSet presAssocID="{8DE8861B-3B5C-4CBD-B278-86FC0EC7E9A9}" presName="compNode" presStyleCnt="0"/>
      <dgm:spPr/>
    </dgm:pt>
    <dgm:pt modelId="{553C4A5B-EF4D-4304-91EA-FE085CD0F479}" type="pres">
      <dgm:prSet presAssocID="{8DE8861B-3B5C-4CBD-B278-86FC0EC7E9A9}" presName="iconBgRect" presStyleLbl="bgShp" presStyleIdx="1" presStyleCnt="5"/>
      <dgm:spPr/>
    </dgm:pt>
    <dgm:pt modelId="{8D2396C7-92FD-4783-891C-7824E830FE77}" type="pres">
      <dgm:prSet presAssocID="{8DE8861B-3B5C-4CBD-B278-86FC0EC7E9A9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93E2A06C-5B67-4012-AAA8-1B4C792577DE}" type="pres">
      <dgm:prSet presAssocID="{8DE8861B-3B5C-4CBD-B278-86FC0EC7E9A9}" presName="spaceRect" presStyleCnt="0"/>
      <dgm:spPr/>
    </dgm:pt>
    <dgm:pt modelId="{99E39639-62EF-4B97-BB8C-E22F6C3E1EE6}" type="pres">
      <dgm:prSet presAssocID="{8DE8861B-3B5C-4CBD-B278-86FC0EC7E9A9}" presName="textRect" presStyleLbl="revTx" presStyleIdx="1" presStyleCnt="5">
        <dgm:presLayoutVars>
          <dgm:chMax val="1"/>
          <dgm:chPref val="1"/>
        </dgm:presLayoutVars>
      </dgm:prSet>
      <dgm:spPr/>
    </dgm:pt>
    <dgm:pt modelId="{86D25E3E-6023-4DA3-A2D6-871005169CFF}" type="pres">
      <dgm:prSet presAssocID="{930DDE44-CF06-40FE-872B-E07EECD759C8}" presName="sibTrans" presStyleCnt="0"/>
      <dgm:spPr/>
    </dgm:pt>
    <dgm:pt modelId="{AC0CD1BB-5B37-4FB4-9902-5456DEA9B16E}" type="pres">
      <dgm:prSet presAssocID="{2DBB98BF-92C8-45B5-818E-A71D5FE3A262}" presName="compNode" presStyleCnt="0"/>
      <dgm:spPr/>
    </dgm:pt>
    <dgm:pt modelId="{DF385983-124D-40B6-B9F4-950D9F32B28B}" type="pres">
      <dgm:prSet presAssocID="{2DBB98BF-92C8-45B5-818E-A71D5FE3A262}" presName="iconBgRect" presStyleLbl="bgShp" presStyleIdx="2" presStyleCnt="5"/>
      <dgm:spPr/>
    </dgm:pt>
    <dgm:pt modelId="{E3779AA4-1B78-40B8-94CA-339AA5EC103D}" type="pres">
      <dgm:prSet presAssocID="{2DBB98BF-92C8-45B5-818E-A71D5FE3A262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lculator"/>
        </a:ext>
      </dgm:extLst>
    </dgm:pt>
    <dgm:pt modelId="{739E2E48-0AB0-4BA8-8A18-DB689CD13654}" type="pres">
      <dgm:prSet presAssocID="{2DBB98BF-92C8-45B5-818E-A71D5FE3A262}" presName="spaceRect" presStyleCnt="0"/>
      <dgm:spPr/>
    </dgm:pt>
    <dgm:pt modelId="{E562EE56-DB23-4DAD-89E3-092CE55E4B3E}" type="pres">
      <dgm:prSet presAssocID="{2DBB98BF-92C8-45B5-818E-A71D5FE3A262}" presName="textRect" presStyleLbl="revTx" presStyleIdx="2" presStyleCnt="5">
        <dgm:presLayoutVars>
          <dgm:chMax val="1"/>
          <dgm:chPref val="1"/>
        </dgm:presLayoutVars>
      </dgm:prSet>
      <dgm:spPr/>
    </dgm:pt>
    <dgm:pt modelId="{0D86C606-05EF-4D78-9DBB-D0D69436E9E9}" type="pres">
      <dgm:prSet presAssocID="{81FB9429-8941-4B6C-AB9C-29AB27B39410}" presName="sibTrans" presStyleCnt="0"/>
      <dgm:spPr/>
    </dgm:pt>
    <dgm:pt modelId="{79DE5E36-2504-4BA6-AD01-D2EE5747F233}" type="pres">
      <dgm:prSet presAssocID="{9F464FA4-C189-49FC-B7A2-0FA930EE7267}" presName="compNode" presStyleCnt="0"/>
      <dgm:spPr/>
    </dgm:pt>
    <dgm:pt modelId="{449C67C3-3172-4083-9276-8BA434199F2A}" type="pres">
      <dgm:prSet presAssocID="{9F464FA4-C189-49FC-B7A2-0FA930EE7267}" presName="iconBgRect" presStyleLbl="bgShp" presStyleIdx="3" presStyleCnt="5"/>
      <dgm:spPr/>
    </dgm:pt>
    <dgm:pt modelId="{E74EE679-4CD4-4B90-8EED-BD1863470F97}" type="pres">
      <dgm:prSet presAssocID="{9F464FA4-C189-49FC-B7A2-0FA930EE7267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thly calendar"/>
        </a:ext>
      </dgm:extLst>
    </dgm:pt>
    <dgm:pt modelId="{52524C0A-3F6C-4662-B87C-0C87EF27512C}" type="pres">
      <dgm:prSet presAssocID="{9F464FA4-C189-49FC-B7A2-0FA930EE7267}" presName="spaceRect" presStyleCnt="0"/>
      <dgm:spPr/>
    </dgm:pt>
    <dgm:pt modelId="{B3B7B697-2EBB-444A-AB16-A92A872B01E0}" type="pres">
      <dgm:prSet presAssocID="{9F464FA4-C189-49FC-B7A2-0FA930EE7267}" presName="textRect" presStyleLbl="revTx" presStyleIdx="3" presStyleCnt="5">
        <dgm:presLayoutVars>
          <dgm:chMax val="1"/>
          <dgm:chPref val="1"/>
        </dgm:presLayoutVars>
      </dgm:prSet>
      <dgm:spPr/>
    </dgm:pt>
    <dgm:pt modelId="{0456E7FB-33C7-41F3-AB9A-A92EFA2BBFBB}" type="pres">
      <dgm:prSet presAssocID="{494D6286-CE8D-432A-88F2-609022127507}" presName="sibTrans" presStyleCnt="0"/>
      <dgm:spPr/>
    </dgm:pt>
    <dgm:pt modelId="{DF8380EE-A3F3-4FF6-9E3C-9137A0F044B9}" type="pres">
      <dgm:prSet presAssocID="{EE52FBC3-CD12-4903-A0AF-A08F2F7557FF}" presName="compNode" presStyleCnt="0"/>
      <dgm:spPr/>
    </dgm:pt>
    <dgm:pt modelId="{837DDBC4-C857-4A5A-A542-D361B10A35FF}" type="pres">
      <dgm:prSet presAssocID="{EE52FBC3-CD12-4903-A0AF-A08F2F7557FF}" presName="iconBgRect" presStyleLbl="bgShp" presStyleIdx="4" presStyleCnt="5"/>
      <dgm:spPr/>
    </dgm:pt>
    <dgm:pt modelId="{5C712457-292A-4E46-B75F-8E4FBAAF24CB}" type="pres">
      <dgm:prSet presAssocID="{EE52FBC3-CD12-4903-A0AF-A08F2F7557FF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ECDD7803-F7D8-4FF6-8F4C-40DB8782ADD8}" type="pres">
      <dgm:prSet presAssocID="{EE52FBC3-CD12-4903-A0AF-A08F2F7557FF}" presName="spaceRect" presStyleCnt="0"/>
      <dgm:spPr/>
    </dgm:pt>
    <dgm:pt modelId="{BD23EB1F-ADA4-410D-A858-DBEC02DFB6C0}" type="pres">
      <dgm:prSet presAssocID="{EE52FBC3-CD12-4903-A0AF-A08F2F7557FF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BE656802-2334-4870-8EF7-A50F3D55FC1D}" srcId="{E6AA5D86-D491-4EEF-8FEC-DCFC9E51A853}" destId="{2DBB98BF-92C8-45B5-818E-A71D5FE3A262}" srcOrd="2" destOrd="0" parTransId="{8586AA90-6A8C-43D6-AC45-A27FCCA314E8}" sibTransId="{81FB9429-8941-4B6C-AB9C-29AB27B39410}"/>
    <dgm:cxn modelId="{A08D1805-A167-4D6D-8254-34177A673CDD}" type="presOf" srcId="{2DBB98BF-92C8-45B5-818E-A71D5FE3A262}" destId="{E562EE56-DB23-4DAD-89E3-092CE55E4B3E}" srcOrd="0" destOrd="0" presId="urn:microsoft.com/office/officeart/2018/5/layout/IconCircleLabelList"/>
    <dgm:cxn modelId="{5A118215-5CEF-4D15-8E46-BDE5613F8392}" srcId="{E6AA5D86-D491-4EEF-8FEC-DCFC9E51A853}" destId="{EE52FBC3-CD12-4903-A0AF-A08F2F7557FF}" srcOrd="4" destOrd="0" parTransId="{35B43602-B77D-4F17-9886-D9BA3BC743D9}" sibTransId="{79F91D07-097B-482E-9F90-FF4B9E8639E7}"/>
    <dgm:cxn modelId="{263ECD16-184A-42FA-815D-6EF154AAC7AD}" srcId="{E6AA5D86-D491-4EEF-8FEC-DCFC9E51A853}" destId="{8DE8861B-3B5C-4CBD-B278-86FC0EC7E9A9}" srcOrd="1" destOrd="0" parTransId="{BFCA2D99-364B-417C-9B05-2EC5C5345C3A}" sibTransId="{930DDE44-CF06-40FE-872B-E07EECD759C8}"/>
    <dgm:cxn modelId="{03BD532C-7785-40E7-A652-2DA2ABD3C069}" type="presOf" srcId="{8DE8861B-3B5C-4CBD-B278-86FC0EC7E9A9}" destId="{99E39639-62EF-4B97-BB8C-E22F6C3E1EE6}" srcOrd="0" destOrd="0" presId="urn:microsoft.com/office/officeart/2018/5/layout/IconCircleLabelList"/>
    <dgm:cxn modelId="{BD6EAC33-AE93-4214-B750-0F327536550D}" type="presOf" srcId="{9F464FA4-C189-49FC-B7A2-0FA930EE7267}" destId="{B3B7B697-2EBB-444A-AB16-A92A872B01E0}" srcOrd="0" destOrd="0" presId="urn:microsoft.com/office/officeart/2018/5/layout/IconCircleLabelList"/>
    <dgm:cxn modelId="{47972335-6450-44B4-91A9-BA4C1223F5EC}" type="presOf" srcId="{E6AA5D86-D491-4EEF-8FEC-DCFC9E51A853}" destId="{187B3401-7EFD-40BB-95FE-AEF49B6B47EB}" srcOrd="0" destOrd="0" presId="urn:microsoft.com/office/officeart/2018/5/layout/IconCircleLabelList"/>
    <dgm:cxn modelId="{8C850854-A063-4CB0-AB8F-B310075CE3A0}" srcId="{E6AA5D86-D491-4EEF-8FEC-DCFC9E51A853}" destId="{9F464FA4-C189-49FC-B7A2-0FA930EE7267}" srcOrd="3" destOrd="0" parTransId="{A3837496-5CD8-45A0-9B88-420A445759FA}" sibTransId="{494D6286-CE8D-432A-88F2-609022127507}"/>
    <dgm:cxn modelId="{16B3AEBB-DE51-485C-9C70-1396DE81DF67}" type="presOf" srcId="{EE52FBC3-CD12-4903-A0AF-A08F2F7557FF}" destId="{BD23EB1F-ADA4-410D-A858-DBEC02DFB6C0}" srcOrd="0" destOrd="0" presId="urn:microsoft.com/office/officeart/2018/5/layout/IconCircleLabelList"/>
    <dgm:cxn modelId="{4E3C13C5-CEE9-4653-AD63-2DF5F20D273A}" type="presOf" srcId="{04825B9C-490C-4BBD-A80F-81498F00FBCE}" destId="{D1FF2D38-DA65-4893-B85E-E14656DBD99E}" srcOrd="0" destOrd="0" presId="urn:microsoft.com/office/officeart/2018/5/layout/IconCircleLabelList"/>
    <dgm:cxn modelId="{37213FCE-7C3A-40C1-8E22-6E2A2AC2A195}" srcId="{E6AA5D86-D491-4EEF-8FEC-DCFC9E51A853}" destId="{04825B9C-490C-4BBD-A80F-81498F00FBCE}" srcOrd="0" destOrd="0" parTransId="{423F9609-F8DD-4F08-BC09-147920DC9DA1}" sibTransId="{5C4932C2-9018-4A2F-85B1-3F19CAC23CA0}"/>
    <dgm:cxn modelId="{76D09AFA-0A4A-4B94-BAF0-BBCD4C4C6E2E}" type="presParOf" srcId="{187B3401-7EFD-40BB-95FE-AEF49B6B47EB}" destId="{BDFDC155-7B64-44ED-B994-ADF7923ACF3F}" srcOrd="0" destOrd="0" presId="urn:microsoft.com/office/officeart/2018/5/layout/IconCircleLabelList"/>
    <dgm:cxn modelId="{3DAAF657-9EFC-431B-AD82-30177F538B0D}" type="presParOf" srcId="{BDFDC155-7B64-44ED-B994-ADF7923ACF3F}" destId="{8EF26770-CCA3-41D3-BCF9-EE65B548BF25}" srcOrd="0" destOrd="0" presId="urn:microsoft.com/office/officeart/2018/5/layout/IconCircleLabelList"/>
    <dgm:cxn modelId="{7BA4FC0D-893E-4F2E-81CA-AF10FC308D94}" type="presParOf" srcId="{BDFDC155-7B64-44ED-B994-ADF7923ACF3F}" destId="{94BEE80B-3A96-40D8-B082-E00FF5532863}" srcOrd="1" destOrd="0" presId="urn:microsoft.com/office/officeart/2018/5/layout/IconCircleLabelList"/>
    <dgm:cxn modelId="{DEB8684E-D5E8-4B2C-86C2-EAD6CA929729}" type="presParOf" srcId="{BDFDC155-7B64-44ED-B994-ADF7923ACF3F}" destId="{D72C69D9-8443-4F71-AD02-95A726B38F7F}" srcOrd="2" destOrd="0" presId="urn:microsoft.com/office/officeart/2018/5/layout/IconCircleLabelList"/>
    <dgm:cxn modelId="{6086C542-5338-4832-99F2-11669D49A4B0}" type="presParOf" srcId="{BDFDC155-7B64-44ED-B994-ADF7923ACF3F}" destId="{D1FF2D38-DA65-4893-B85E-E14656DBD99E}" srcOrd="3" destOrd="0" presId="urn:microsoft.com/office/officeart/2018/5/layout/IconCircleLabelList"/>
    <dgm:cxn modelId="{4C85DB64-EA3F-4D92-8F5F-90C5D5C925B4}" type="presParOf" srcId="{187B3401-7EFD-40BB-95FE-AEF49B6B47EB}" destId="{97DC2D7A-7A41-4871-B2D0-2A49B167E1BF}" srcOrd="1" destOrd="0" presId="urn:microsoft.com/office/officeart/2018/5/layout/IconCircleLabelList"/>
    <dgm:cxn modelId="{F9D183DB-B532-4F34-8EAF-5F99B111E492}" type="presParOf" srcId="{187B3401-7EFD-40BB-95FE-AEF49B6B47EB}" destId="{EAD85877-DA08-4811-B840-4B44A19AFDE3}" srcOrd="2" destOrd="0" presId="urn:microsoft.com/office/officeart/2018/5/layout/IconCircleLabelList"/>
    <dgm:cxn modelId="{44981430-9622-42F3-AA47-BA7FB62D81ED}" type="presParOf" srcId="{EAD85877-DA08-4811-B840-4B44A19AFDE3}" destId="{553C4A5B-EF4D-4304-91EA-FE085CD0F479}" srcOrd="0" destOrd="0" presId="urn:microsoft.com/office/officeart/2018/5/layout/IconCircleLabelList"/>
    <dgm:cxn modelId="{73A22973-4073-4ED6-97B7-E92CEDBCD629}" type="presParOf" srcId="{EAD85877-DA08-4811-B840-4B44A19AFDE3}" destId="{8D2396C7-92FD-4783-891C-7824E830FE77}" srcOrd="1" destOrd="0" presId="urn:microsoft.com/office/officeart/2018/5/layout/IconCircleLabelList"/>
    <dgm:cxn modelId="{0A277C65-330C-4638-ABBB-63E527853DE8}" type="presParOf" srcId="{EAD85877-DA08-4811-B840-4B44A19AFDE3}" destId="{93E2A06C-5B67-4012-AAA8-1B4C792577DE}" srcOrd="2" destOrd="0" presId="urn:microsoft.com/office/officeart/2018/5/layout/IconCircleLabelList"/>
    <dgm:cxn modelId="{D803E4BA-B79D-4539-B606-7EA5E7AF8D92}" type="presParOf" srcId="{EAD85877-DA08-4811-B840-4B44A19AFDE3}" destId="{99E39639-62EF-4B97-BB8C-E22F6C3E1EE6}" srcOrd="3" destOrd="0" presId="urn:microsoft.com/office/officeart/2018/5/layout/IconCircleLabelList"/>
    <dgm:cxn modelId="{D5B3FA77-730F-4130-8AA7-D3D40C5AC56C}" type="presParOf" srcId="{187B3401-7EFD-40BB-95FE-AEF49B6B47EB}" destId="{86D25E3E-6023-4DA3-A2D6-871005169CFF}" srcOrd="3" destOrd="0" presId="urn:microsoft.com/office/officeart/2018/5/layout/IconCircleLabelList"/>
    <dgm:cxn modelId="{C51FC698-F695-4749-BFB8-0461E77ED035}" type="presParOf" srcId="{187B3401-7EFD-40BB-95FE-AEF49B6B47EB}" destId="{AC0CD1BB-5B37-4FB4-9902-5456DEA9B16E}" srcOrd="4" destOrd="0" presId="urn:microsoft.com/office/officeart/2018/5/layout/IconCircleLabelList"/>
    <dgm:cxn modelId="{EB66CAE9-D949-48C0-87F0-A4E8A3C9E76C}" type="presParOf" srcId="{AC0CD1BB-5B37-4FB4-9902-5456DEA9B16E}" destId="{DF385983-124D-40B6-B9F4-950D9F32B28B}" srcOrd="0" destOrd="0" presId="urn:microsoft.com/office/officeart/2018/5/layout/IconCircleLabelList"/>
    <dgm:cxn modelId="{39135444-F972-41B5-9340-280BD7BF7380}" type="presParOf" srcId="{AC0CD1BB-5B37-4FB4-9902-5456DEA9B16E}" destId="{E3779AA4-1B78-40B8-94CA-339AA5EC103D}" srcOrd="1" destOrd="0" presId="urn:microsoft.com/office/officeart/2018/5/layout/IconCircleLabelList"/>
    <dgm:cxn modelId="{D4258D2A-AA36-438D-AD31-DD0CCC95979A}" type="presParOf" srcId="{AC0CD1BB-5B37-4FB4-9902-5456DEA9B16E}" destId="{739E2E48-0AB0-4BA8-8A18-DB689CD13654}" srcOrd="2" destOrd="0" presId="urn:microsoft.com/office/officeart/2018/5/layout/IconCircleLabelList"/>
    <dgm:cxn modelId="{0B642022-224F-4FB9-9966-D2955F1C13F5}" type="presParOf" srcId="{AC0CD1BB-5B37-4FB4-9902-5456DEA9B16E}" destId="{E562EE56-DB23-4DAD-89E3-092CE55E4B3E}" srcOrd="3" destOrd="0" presId="urn:microsoft.com/office/officeart/2018/5/layout/IconCircleLabelList"/>
    <dgm:cxn modelId="{CB24CD3F-DFED-4B33-8C8D-AFF186B1E40A}" type="presParOf" srcId="{187B3401-7EFD-40BB-95FE-AEF49B6B47EB}" destId="{0D86C606-05EF-4D78-9DBB-D0D69436E9E9}" srcOrd="5" destOrd="0" presId="urn:microsoft.com/office/officeart/2018/5/layout/IconCircleLabelList"/>
    <dgm:cxn modelId="{98BB81C3-5F0F-4DC9-B67B-380145146B07}" type="presParOf" srcId="{187B3401-7EFD-40BB-95FE-AEF49B6B47EB}" destId="{79DE5E36-2504-4BA6-AD01-D2EE5747F233}" srcOrd="6" destOrd="0" presId="urn:microsoft.com/office/officeart/2018/5/layout/IconCircleLabelList"/>
    <dgm:cxn modelId="{72891A81-4D05-4422-B4DB-616ED838BDED}" type="presParOf" srcId="{79DE5E36-2504-4BA6-AD01-D2EE5747F233}" destId="{449C67C3-3172-4083-9276-8BA434199F2A}" srcOrd="0" destOrd="0" presId="urn:microsoft.com/office/officeart/2018/5/layout/IconCircleLabelList"/>
    <dgm:cxn modelId="{3D559949-8B11-4BD9-8971-0EC13DB757DA}" type="presParOf" srcId="{79DE5E36-2504-4BA6-AD01-D2EE5747F233}" destId="{E74EE679-4CD4-4B90-8EED-BD1863470F97}" srcOrd="1" destOrd="0" presId="urn:microsoft.com/office/officeart/2018/5/layout/IconCircleLabelList"/>
    <dgm:cxn modelId="{888C9BAB-ED1A-4443-867A-5D78B2CB7D32}" type="presParOf" srcId="{79DE5E36-2504-4BA6-AD01-D2EE5747F233}" destId="{52524C0A-3F6C-4662-B87C-0C87EF27512C}" srcOrd="2" destOrd="0" presId="urn:microsoft.com/office/officeart/2018/5/layout/IconCircleLabelList"/>
    <dgm:cxn modelId="{7301AF81-BE57-49D6-9918-DFD14143F418}" type="presParOf" srcId="{79DE5E36-2504-4BA6-AD01-D2EE5747F233}" destId="{B3B7B697-2EBB-444A-AB16-A92A872B01E0}" srcOrd="3" destOrd="0" presId="urn:microsoft.com/office/officeart/2018/5/layout/IconCircleLabelList"/>
    <dgm:cxn modelId="{D8C0F5A3-3846-4943-B125-E87F8C467D8C}" type="presParOf" srcId="{187B3401-7EFD-40BB-95FE-AEF49B6B47EB}" destId="{0456E7FB-33C7-41F3-AB9A-A92EFA2BBFBB}" srcOrd="7" destOrd="0" presId="urn:microsoft.com/office/officeart/2018/5/layout/IconCircleLabelList"/>
    <dgm:cxn modelId="{C30285E6-8CC0-4A44-BB9A-96650D73147B}" type="presParOf" srcId="{187B3401-7EFD-40BB-95FE-AEF49B6B47EB}" destId="{DF8380EE-A3F3-4FF6-9E3C-9137A0F044B9}" srcOrd="8" destOrd="0" presId="urn:microsoft.com/office/officeart/2018/5/layout/IconCircleLabelList"/>
    <dgm:cxn modelId="{71BE9E35-9A22-41EF-ACDA-0300D181C8D1}" type="presParOf" srcId="{DF8380EE-A3F3-4FF6-9E3C-9137A0F044B9}" destId="{837DDBC4-C857-4A5A-A542-D361B10A35FF}" srcOrd="0" destOrd="0" presId="urn:microsoft.com/office/officeart/2018/5/layout/IconCircleLabelList"/>
    <dgm:cxn modelId="{68698E12-CDB1-4951-995B-FB35B9D34449}" type="presParOf" srcId="{DF8380EE-A3F3-4FF6-9E3C-9137A0F044B9}" destId="{5C712457-292A-4E46-B75F-8E4FBAAF24CB}" srcOrd="1" destOrd="0" presId="urn:microsoft.com/office/officeart/2018/5/layout/IconCircleLabelList"/>
    <dgm:cxn modelId="{0B5B2B96-1CE6-4943-878F-006816A52823}" type="presParOf" srcId="{DF8380EE-A3F3-4FF6-9E3C-9137A0F044B9}" destId="{ECDD7803-F7D8-4FF6-8F4C-40DB8782ADD8}" srcOrd="2" destOrd="0" presId="urn:microsoft.com/office/officeart/2018/5/layout/IconCircleLabelList"/>
    <dgm:cxn modelId="{A0937EBB-380B-4473-BD7B-B9D6F0AD9EDC}" type="presParOf" srcId="{DF8380EE-A3F3-4FF6-9E3C-9137A0F044B9}" destId="{BD23EB1F-ADA4-410D-A858-DBEC02DFB6C0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E94B3C7-E572-4014-9C83-E61554A3F008}" type="doc">
      <dgm:prSet loTypeId="urn:microsoft.com/office/officeart/2016/7/layout/LinearBlockProcessNumbered" loCatId="process" qsTypeId="urn:microsoft.com/office/officeart/2005/8/quickstyle/simple2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FCEB4593-5A4A-43EC-A066-A94D083F2EF5}">
      <dgm:prSet/>
      <dgm:spPr/>
      <dgm:t>
        <a:bodyPr/>
        <a:lstStyle/>
        <a:p>
          <a:r>
            <a:rPr lang="en-US"/>
            <a:t>Generate tool calls</a:t>
          </a:r>
        </a:p>
      </dgm:t>
    </dgm:pt>
    <dgm:pt modelId="{F71B487E-1A3D-4A24-A294-8791E8453642}" type="parTrans" cxnId="{EBA45FB0-AE61-46CE-96F8-00CCF06A342F}">
      <dgm:prSet/>
      <dgm:spPr/>
      <dgm:t>
        <a:bodyPr/>
        <a:lstStyle/>
        <a:p>
          <a:endParaRPr lang="en-US"/>
        </a:p>
      </dgm:t>
    </dgm:pt>
    <dgm:pt modelId="{9047D76F-1D43-4409-B801-C499DF2CD597}" type="sibTrans" cxnId="{EBA45FB0-AE61-46CE-96F8-00CCF06A342F}">
      <dgm:prSet phldrT="01" phldr="0"/>
      <dgm:spPr/>
      <dgm:t>
        <a:bodyPr/>
        <a:lstStyle/>
        <a:p>
          <a:r>
            <a:rPr lang="en-US"/>
            <a:t>01</a:t>
          </a:r>
        </a:p>
      </dgm:t>
    </dgm:pt>
    <dgm:pt modelId="{7157FED0-E9ED-48F2-A6BB-BD3B75D197BE}">
      <dgm:prSet/>
      <dgm:spPr/>
      <dgm:t>
        <a:bodyPr/>
        <a:lstStyle/>
        <a:p>
          <a:r>
            <a:rPr lang="en-US"/>
            <a:t>Execute tools</a:t>
          </a:r>
        </a:p>
      </dgm:t>
    </dgm:pt>
    <dgm:pt modelId="{C7A1048B-9921-4423-AC47-886463554EF5}" type="parTrans" cxnId="{F8908AB2-1D1B-493B-B858-4F6B873976EA}">
      <dgm:prSet/>
      <dgm:spPr/>
      <dgm:t>
        <a:bodyPr/>
        <a:lstStyle/>
        <a:p>
          <a:endParaRPr lang="en-US"/>
        </a:p>
      </dgm:t>
    </dgm:pt>
    <dgm:pt modelId="{68405398-58CD-46AE-8814-0B543F660B6A}" type="sibTrans" cxnId="{F8908AB2-1D1B-493B-B858-4F6B873976EA}">
      <dgm:prSet phldrT="02" phldr="0"/>
      <dgm:spPr/>
      <dgm:t>
        <a:bodyPr/>
        <a:lstStyle/>
        <a:p>
          <a:r>
            <a:rPr lang="en-US"/>
            <a:t>02</a:t>
          </a:r>
        </a:p>
      </dgm:t>
    </dgm:pt>
    <dgm:pt modelId="{118B7FD1-4E8A-46F8-ADC5-089EEAD5B4CB}">
      <dgm:prSet/>
      <dgm:spPr/>
      <dgm:t>
        <a:bodyPr/>
        <a:lstStyle/>
        <a:p>
          <a:r>
            <a:rPr lang="en-US"/>
            <a:t>Filter useful ones</a:t>
          </a:r>
        </a:p>
      </dgm:t>
    </dgm:pt>
    <dgm:pt modelId="{AE4566D2-A900-4C8F-B711-52729C53ECEB}" type="parTrans" cxnId="{8B6F6503-1F0D-41B7-BBC2-FC400F911A92}">
      <dgm:prSet/>
      <dgm:spPr/>
      <dgm:t>
        <a:bodyPr/>
        <a:lstStyle/>
        <a:p>
          <a:endParaRPr lang="en-US"/>
        </a:p>
      </dgm:t>
    </dgm:pt>
    <dgm:pt modelId="{C8DCEC4B-28D2-41B9-97B6-E807FF52D63F}" type="sibTrans" cxnId="{8B6F6503-1F0D-41B7-BBC2-FC400F911A92}">
      <dgm:prSet phldrT="03" phldr="0"/>
      <dgm:spPr/>
      <dgm:t>
        <a:bodyPr/>
        <a:lstStyle/>
        <a:p>
          <a:r>
            <a:rPr lang="en-US"/>
            <a:t>03</a:t>
          </a:r>
        </a:p>
      </dgm:t>
    </dgm:pt>
    <dgm:pt modelId="{0BB47CF7-B1CF-4F16-9500-D91C2AF4CC8A}" type="pres">
      <dgm:prSet presAssocID="{8E94B3C7-E572-4014-9C83-E61554A3F008}" presName="Name0" presStyleCnt="0">
        <dgm:presLayoutVars>
          <dgm:animLvl val="lvl"/>
          <dgm:resizeHandles val="exact"/>
        </dgm:presLayoutVars>
      </dgm:prSet>
      <dgm:spPr/>
    </dgm:pt>
    <dgm:pt modelId="{69B95C7A-B0F7-413D-8D97-76E6823BE755}" type="pres">
      <dgm:prSet presAssocID="{FCEB4593-5A4A-43EC-A066-A94D083F2EF5}" presName="compositeNode" presStyleCnt="0">
        <dgm:presLayoutVars>
          <dgm:bulletEnabled val="1"/>
        </dgm:presLayoutVars>
      </dgm:prSet>
      <dgm:spPr/>
    </dgm:pt>
    <dgm:pt modelId="{4BDE54BE-44D7-4631-84AA-E902EA580B8B}" type="pres">
      <dgm:prSet presAssocID="{FCEB4593-5A4A-43EC-A066-A94D083F2EF5}" presName="bgRect" presStyleLbl="alignNode1" presStyleIdx="0" presStyleCnt="3"/>
      <dgm:spPr/>
    </dgm:pt>
    <dgm:pt modelId="{B5DFDD83-6E2A-43EF-91F0-E2C19F932BE6}" type="pres">
      <dgm:prSet presAssocID="{9047D76F-1D43-4409-B801-C499DF2CD597}" presName="sibTransNodeRect" presStyleLbl="alignNode1" presStyleIdx="0" presStyleCnt="3">
        <dgm:presLayoutVars>
          <dgm:chMax val="0"/>
          <dgm:bulletEnabled val="1"/>
        </dgm:presLayoutVars>
      </dgm:prSet>
      <dgm:spPr/>
    </dgm:pt>
    <dgm:pt modelId="{9C8057C8-95A6-45AD-8070-62EB354EF9D6}" type="pres">
      <dgm:prSet presAssocID="{FCEB4593-5A4A-43EC-A066-A94D083F2EF5}" presName="nodeRect" presStyleLbl="alignNode1" presStyleIdx="0" presStyleCnt="3">
        <dgm:presLayoutVars>
          <dgm:bulletEnabled val="1"/>
        </dgm:presLayoutVars>
      </dgm:prSet>
      <dgm:spPr/>
    </dgm:pt>
    <dgm:pt modelId="{C1A90C11-DFBE-4AD9-9ECA-85F9385AEBA1}" type="pres">
      <dgm:prSet presAssocID="{9047D76F-1D43-4409-B801-C499DF2CD597}" presName="sibTrans" presStyleCnt="0"/>
      <dgm:spPr/>
    </dgm:pt>
    <dgm:pt modelId="{11FE2235-4506-4392-9677-07B40D05165A}" type="pres">
      <dgm:prSet presAssocID="{7157FED0-E9ED-48F2-A6BB-BD3B75D197BE}" presName="compositeNode" presStyleCnt="0">
        <dgm:presLayoutVars>
          <dgm:bulletEnabled val="1"/>
        </dgm:presLayoutVars>
      </dgm:prSet>
      <dgm:spPr/>
    </dgm:pt>
    <dgm:pt modelId="{2CE674DC-189A-4F76-A807-10CF0121DADB}" type="pres">
      <dgm:prSet presAssocID="{7157FED0-E9ED-48F2-A6BB-BD3B75D197BE}" presName="bgRect" presStyleLbl="alignNode1" presStyleIdx="1" presStyleCnt="3"/>
      <dgm:spPr/>
    </dgm:pt>
    <dgm:pt modelId="{7350E004-0722-464E-86C9-7D1782CABB38}" type="pres">
      <dgm:prSet presAssocID="{68405398-58CD-46AE-8814-0B543F660B6A}" presName="sibTransNodeRect" presStyleLbl="alignNode1" presStyleIdx="1" presStyleCnt="3">
        <dgm:presLayoutVars>
          <dgm:chMax val="0"/>
          <dgm:bulletEnabled val="1"/>
        </dgm:presLayoutVars>
      </dgm:prSet>
      <dgm:spPr/>
    </dgm:pt>
    <dgm:pt modelId="{48EB4682-E3BC-4EB4-9955-3BBB04F5A500}" type="pres">
      <dgm:prSet presAssocID="{7157FED0-E9ED-48F2-A6BB-BD3B75D197BE}" presName="nodeRect" presStyleLbl="alignNode1" presStyleIdx="1" presStyleCnt="3">
        <dgm:presLayoutVars>
          <dgm:bulletEnabled val="1"/>
        </dgm:presLayoutVars>
      </dgm:prSet>
      <dgm:spPr/>
    </dgm:pt>
    <dgm:pt modelId="{F745EC92-41F0-4D45-9EAB-ACE4057EC9CF}" type="pres">
      <dgm:prSet presAssocID="{68405398-58CD-46AE-8814-0B543F660B6A}" presName="sibTrans" presStyleCnt="0"/>
      <dgm:spPr/>
    </dgm:pt>
    <dgm:pt modelId="{09FBC8A9-1AFB-4B40-A8E8-31B6ED92D613}" type="pres">
      <dgm:prSet presAssocID="{118B7FD1-4E8A-46F8-ADC5-089EEAD5B4CB}" presName="compositeNode" presStyleCnt="0">
        <dgm:presLayoutVars>
          <dgm:bulletEnabled val="1"/>
        </dgm:presLayoutVars>
      </dgm:prSet>
      <dgm:spPr/>
    </dgm:pt>
    <dgm:pt modelId="{FA7AD1CD-DA07-4AFB-A524-96A519EC4234}" type="pres">
      <dgm:prSet presAssocID="{118B7FD1-4E8A-46F8-ADC5-089EEAD5B4CB}" presName="bgRect" presStyleLbl="alignNode1" presStyleIdx="2" presStyleCnt="3"/>
      <dgm:spPr/>
    </dgm:pt>
    <dgm:pt modelId="{B59E6388-1C04-4495-B4BD-3EE8E1EFBA53}" type="pres">
      <dgm:prSet presAssocID="{C8DCEC4B-28D2-41B9-97B6-E807FF52D63F}" presName="sibTransNodeRect" presStyleLbl="alignNode1" presStyleIdx="2" presStyleCnt="3">
        <dgm:presLayoutVars>
          <dgm:chMax val="0"/>
          <dgm:bulletEnabled val="1"/>
        </dgm:presLayoutVars>
      </dgm:prSet>
      <dgm:spPr/>
    </dgm:pt>
    <dgm:pt modelId="{930D34E1-E43C-4813-999E-BF1C98CB3146}" type="pres">
      <dgm:prSet presAssocID="{118B7FD1-4E8A-46F8-ADC5-089EEAD5B4CB}" presName="nodeRect" presStyleLbl="alignNode1" presStyleIdx="2" presStyleCnt="3">
        <dgm:presLayoutVars>
          <dgm:bulletEnabled val="1"/>
        </dgm:presLayoutVars>
      </dgm:prSet>
      <dgm:spPr/>
    </dgm:pt>
  </dgm:ptLst>
  <dgm:cxnLst>
    <dgm:cxn modelId="{A3E76103-BA4B-4885-98BF-8C90FF1DAE58}" type="presOf" srcId="{9047D76F-1D43-4409-B801-C499DF2CD597}" destId="{B5DFDD83-6E2A-43EF-91F0-E2C19F932BE6}" srcOrd="0" destOrd="0" presId="urn:microsoft.com/office/officeart/2016/7/layout/LinearBlockProcessNumbered"/>
    <dgm:cxn modelId="{8B6F6503-1F0D-41B7-BBC2-FC400F911A92}" srcId="{8E94B3C7-E572-4014-9C83-E61554A3F008}" destId="{118B7FD1-4E8A-46F8-ADC5-089EEAD5B4CB}" srcOrd="2" destOrd="0" parTransId="{AE4566D2-A900-4C8F-B711-52729C53ECEB}" sibTransId="{C8DCEC4B-28D2-41B9-97B6-E807FF52D63F}"/>
    <dgm:cxn modelId="{81FC7C0D-AE7A-41D2-8765-A8602EE7893E}" type="presOf" srcId="{FCEB4593-5A4A-43EC-A066-A94D083F2EF5}" destId="{9C8057C8-95A6-45AD-8070-62EB354EF9D6}" srcOrd="1" destOrd="0" presId="urn:microsoft.com/office/officeart/2016/7/layout/LinearBlockProcessNumbered"/>
    <dgm:cxn modelId="{952ABD53-1791-425C-9F08-A01CC3F51C11}" type="presOf" srcId="{118B7FD1-4E8A-46F8-ADC5-089EEAD5B4CB}" destId="{930D34E1-E43C-4813-999E-BF1C98CB3146}" srcOrd="1" destOrd="0" presId="urn:microsoft.com/office/officeart/2016/7/layout/LinearBlockProcessNumbered"/>
    <dgm:cxn modelId="{98D4007C-FFB2-4A88-9D20-F4F9A39E06EB}" type="presOf" srcId="{68405398-58CD-46AE-8814-0B543F660B6A}" destId="{7350E004-0722-464E-86C9-7D1782CABB38}" srcOrd="0" destOrd="0" presId="urn:microsoft.com/office/officeart/2016/7/layout/LinearBlockProcessNumbered"/>
    <dgm:cxn modelId="{6DA22E9E-62E7-4D0A-AA4F-233044F7858C}" type="presOf" srcId="{8E94B3C7-E572-4014-9C83-E61554A3F008}" destId="{0BB47CF7-B1CF-4F16-9500-D91C2AF4CC8A}" srcOrd="0" destOrd="0" presId="urn:microsoft.com/office/officeart/2016/7/layout/LinearBlockProcessNumbered"/>
    <dgm:cxn modelId="{EBA45FB0-AE61-46CE-96F8-00CCF06A342F}" srcId="{8E94B3C7-E572-4014-9C83-E61554A3F008}" destId="{FCEB4593-5A4A-43EC-A066-A94D083F2EF5}" srcOrd="0" destOrd="0" parTransId="{F71B487E-1A3D-4A24-A294-8791E8453642}" sibTransId="{9047D76F-1D43-4409-B801-C499DF2CD597}"/>
    <dgm:cxn modelId="{F8908AB2-1D1B-493B-B858-4F6B873976EA}" srcId="{8E94B3C7-E572-4014-9C83-E61554A3F008}" destId="{7157FED0-E9ED-48F2-A6BB-BD3B75D197BE}" srcOrd="1" destOrd="0" parTransId="{C7A1048B-9921-4423-AC47-886463554EF5}" sibTransId="{68405398-58CD-46AE-8814-0B543F660B6A}"/>
    <dgm:cxn modelId="{3724BBBD-9B8D-4266-89A4-E4BC73DC8832}" type="presOf" srcId="{FCEB4593-5A4A-43EC-A066-A94D083F2EF5}" destId="{4BDE54BE-44D7-4631-84AA-E902EA580B8B}" srcOrd="0" destOrd="0" presId="urn:microsoft.com/office/officeart/2016/7/layout/LinearBlockProcessNumbered"/>
    <dgm:cxn modelId="{0768F6CC-B9A9-4AFB-8E32-8F2FD6870A28}" type="presOf" srcId="{C8DCEC4B-28D2-41B9-97B6-E807FF52D63F}" destId="{B59E6388-1C04-4495-B4BD-3EE8E1EFBA53}" srcOrd="0" destOrd="0" presId="urn:microsoft.com/office/officeart/2016/7/layout/LinearBlockProcessNumbered"/>
    <dgm:cxn modelId="{C52320D8-6FC8-4E91-8BC0-B397C77EAB47}" type="presOf" srcId="{7157FED0-E9ED-48F2-A6BB-BD3B75D197BE}" destId="{48EB4682-E3BC-4EB4-9955-3BBB04F5A500}" srcOrd="1" destOrd="0" presId="urn:microsoft.com/office/officeart/2016/7/layout/LinearBlockProcessNumbered"/>
    <dgm:cxn modelId="{CA743DDD-0E5C-4ED7-87F2-8DA1B01079F4}" type="presOf" srcId="{118B7FD1-4E8A-46F8-ADC5-089EEAD5B4CB}" destId="{FA7AD1CD-DA07-4AFB-A524-96A519EC4234}" srcOrd="0" destOrd="0" presId="urn:microsoft.com/office/officeart/2016/7/layout/LinearBlockProcessNumbered"/>
    <dgm:cxn modelId="{8972DFFE-05C8-43F0-BA67-B5A4D47BAEBD}" type="presOf" srcId="{7157FED0-E9ED-48F2-A6BB-BD3B75D197BE}" destId="{2CE674DC-189A-4F76-A807-10CF0121DADB}" srcOrd="0" destOrd="0" presId="urn:microsoft.com/office/officeart/2016/7/layout/LinearBlockProcessNumbered"/>
    <dgm:cxn modelId="{47EA07C7-B2F7-4116-B649-B45064FFA806}" type="presParOf" srcId="{0BB47CF7-B1CF-4F16-9500-D91C2AF4CC8A}" destId="{69B95C7A-B0F7-413D-8D97-76E6823BE755}" srcOrd="0" destOrd="0" presId="urn:microsoft.com/office/officeart/2016/7/layout/LinearBlockProcessNumbered"/>
    <dgm:cxn modelId="{838CE539-B5E7-4D95-B103-ADC2834C15D5}" type="presParOf" srcId="{69B95C7A-B0F7-413D-8D97-76E6823BE755}" destId="{4BDE54BE-44D7-4631-84AA-E902EA580B8B}" srcOrd="0" destOrd="0" presId="urn:microsoft.com/office/officeart/2016/7/layout/LinearBlockProcessNumbered"/>
    <dgm:cxn modelId="{E328E004-7D0C-4ED7-9008-855BB22E1F32}" type="presParOf" srcId="{69B95C7A-B0F7-413D-8D97-76E6823BE755}" destId="{B5DFDD83-6E2A-43EF-91F0-E2C19F932BE6}" srcOrd="1" destOrd="0" presId="urn:microsoft.com/office/officeart/2016/7/layout/LinearBlockProcessNumbered"/>
    <dgm:cxn modelId="{5E6786CC-378A-4A0B-B646-E24EA5EF4C6A}" type="presParOf" srcId="{69B95C7A-B0F7-413D-8D97-76E6823BE755}" destId="{9C8057C8-95A6-45AD-8070-62EB354EF9D6}" srcOrd="2" destOrd="0" presId="urn:microsoft.com/office/officeart/2016/7/layout/LinearBlockProcessNumbered"/>
    <dgm:cxn modelId="{92DF8A83-A65F-45F6-BA2E-3669C9A41CBF}" type="presParOf" srcId="{0BB47CF7-B1CF-4F16-9500-D91C2AF4CC8A}" destId="{C1A90C11-DFBE-4AD9-9ECA-85F9385AEBA1}" srcOrd="1" destOrd="0" presId="urn:microsoft.com/office/officeart/2016/7/layout/LinearBlockProcessNumbered"/>
    <dgm:cxn modelId="{099E657A-5770-4791-B8C3-4678BE723BA1}" type="presParOf" srcId="{0BB47CF7-B1CF-4F16-9500-D91C2AF4CC8A}" destId="{11FE2235-4506-4392-9677-07B40D05165A}" srcOrd="2" destOrd="0" presId="urn:microsoft.com/office/officeart/2016/7/layout/LinearBlockProcessNumbered"/>
    <dgm:cxn modelId="{4A73B9D1-F7F5-40A0-BD85-4CAE0AFACDCD}" type="presParOf" srcId="{11FE2235-4506-4392-9677-07B40D05165A}" destId="{2CE674DC-189A-4F76-A807-10CF0121DADB}" srcOrd="0" destOrd="0" presId="urn:microsoft.com/office/officeart/2016/7/layout/LinearBlockProcessNumbered"/>
    <dgm:cxn modelId="{861B7D51-553A-4000-91AA-BBB575DE736F}" type="presParOf" srcId="{11FE2235-4506-4392-9677-07B40D05165A}" destId="{7350E004-0722-464E-86C9-7D1782CABB38}" srcOrd="1" destOrd="0" presId="urn:microsoft.com/office/officeart/2016/7/layout/LinearBlockProcessNumbered"/>
    <dgm:cxn modelId="{33609167-2585-42CB-AAC3-9C0A693A1491}" type="presParOf" srcId="{11FE2235-4506-4392-9677-07B40D05165A}" destId="{48EB4682-E3BC-4EB4-9955-3BBB04F5A500}" srcOrd="2" destOrd="0" presId="urn:microsoft.com/office/officeart/2016/7/layout/LinearBlockProcessNumbered"/>
    <dgm:cxn modelId="{016F7458-F031-4537-9FA3-AA5AE1F29D81}" type="presParOf" srcId="{0BB47CF7-B1CF-4F16-9500-D91C2AF4CC8A}" destId="{F745EC92-41F0-4D45-9EAB-ACE4057EC9CF}" srcOrd="3" destOrd="0" presId="urn:microsoft.com/office/officeart/2016/7/layout/LinearBlockProcessNumbered"/>
    <dgm:cxn modelId="{A497F369-7448-487E-8B14-B8CC44B3BA0C}" type="presParOf" srcId="{0BB47CF7-B1CF-4F16-9500-D91C2AF4CC8A}" destId="{09FBC8A9-1AFB-4B40-A8E8-31B6ED92D613}" srcOrd="4" destOrd="0" presId="urn:microsoft.com/office/officeart/2016/7/layout/LinearBlockProcessNumbered"/>
    <dgm:cxn modelId="{A261BAB8-6790-4B80-92F7-F7E21589B6A3}" type="presParOf" srcId="{09FBC8A9-1AFB-4B40-A8E8-31B6ED92D613}" destId="{FA7AD1CD-DA07-4AFB-A524-96A519EC4234}" srcOrd="0" destOrd="0" presId="urn:microsoft.com/office/officeart/2016/7/layout/LinearBlockProcessNumbered"/>
    <dgm:cxn modelId="{1D0ADB98-5313-4F11-ACCA-13259817C5A4}" type="presParOf" srcId="{09FBC8A9-1AFB-4B40-A8E8-31B6ED92D613}" destId="{B59E6388-1C04-4495-B4BD-3EE8E1EFBA53}" srcOrd="1" destOrd="0" presId="urn:microsoft.com/office/officeart/2016/7/layout/LinearBlockProcessNumbered"/>
    <dgm:cxn modelId="{682F86BF-684C-4884-AF1A-28C605C1255C}" type="presParOf" srcId="{09FBC8A9-1AFB-4B40-A8E8-31B6ED92D613}" destId="{930D34E1-E43C-4813-999E-BF1C98CB3146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F0384017-6A36-4D84-975B-21AAD92F367A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10F4F63B-D1A8-4476-9A1D-5FC8136F3F0E}">
      <dgm:prSet/>
      <dgm:spPr/>
      <dgm:t>
        <a:bodyPr/>
        <a:lstStyle/>
        <a:p>
          <a:r>
            <a:rPr lang="en-US"/>
            <a:t>GPT-J trained on augmented data</a:t>
          </a:r>
        </a:p>
      </dgm:t>
    </dgm:pt>
    <dgm:pt modelId="{63C847E5-29C4-4EC8-B9BA-B8A3D0FD1DFC}" type="parTrans" cxnId="{12E16A3D-89AA-4092-AA98-B0DF85838961}">
      <dgm:prSet/>
      <dgm:spPr/>
      <dgm:t>
        <a:bodyPr/>
        <a:lstStyle/>
        <a:p>
          <a:endParaRPr lang="en-US"/>
        </a:p>
      </dgm:t>
    </dgm:pt>
    <dgm:pt modelId="{D0D6A4B7-82E7-48E7-8C29-BDB9F3122354}" type="sibTrans" cxnId="{12E16A3D-89AA-4092-AA98-B0DF85838961}">
      <dgm:prSet/>
      <dgm:spPr/>
      <dgm:t>
        <a:bodyPr/>
        <a:lstStyle/>
        <a:p>
          <a:endParaRPr lang="en-US"/>
        </a:p>
      </dgm:t>
    </dgm:pt>
    <dgm:pt modelId="{6D560290-AC26-40CF-840B-CB243BF47AD0}">
      <dgm:prSet/>
      <dgm:spPr/>
      <dgm:t>
        <a:bodyPr/>
        <a:lstStyle/>
        <a:p>
          <a:r>
            <a:rPr lang="en-US"/>
            <a:t>Language ability preserved</a:t>
          </a:r>
        </a:p>
      </dgm:t>
    </dgm:pt>
    <dgm:pt modelId="{1D9F6BFD-61DE-4471-BA1C-B3E778B56A42}" type="parTrans" cxnId="{4577CC4E-7352-41D5-ACA8-43824B021D3B}">
      <dgm:prSet/>
      <dgm:spPr/>
      <dgm:t>
        <a:bodyPr/>
        <a:lstStyle/>
        <a:p>
          <a:endParaRPr lang="en-US"/>
        </a:p>
      </dgm:t>
    </dgm:pt>
    <dgm:pt modelId="{34BCB80C-85EA-42A9-8505-3A0DC25113D1}" type="sibTrans" cxnId="{4577CC4E-7352-41D5-ACA8-43824B021D3B}">
      <dgm:prSet/>
      <dgm:spPr/>
      <dgm:t>
        <a:bodyPr/>
        <a:lstStyle/>
        <a:p>
          <a:endParaRPr lang="en-US"/>
        </a:p>
      </dgm:t>
    </dgm:pt>
    <dgm:pt modelId="{326ED7D6-FE9B-4B80-92D2-75E7FFB15D8D}" type="pres">
      <dgm:prSet presAssocID="{F0384017-6A36-4D84-975B-21AAD92F367A}" presName="root" presStyleCnt="0">
        <dgm:presLayoutVars>
          <dgm:dir/>
          <dgm:resizeHandles val="exact"/>
        </dgm:presLayoutVars>
      </dgm:prSet>
      <dgm:spPr/>
    </dgm:pt>
    <dgm:pt modelId="{23DBA619-FFFF-45C2-A9DD-3EEF8E92DAEE}" type="pres">
      <dgm:prSet presAssocID="{10F4F63B-D1A8-4476-9A1D-5FC8136F3F0E}" presName="compNode" presStyleCnt="0"/>
      <dgm:spPr/>
    </dgm:pt>
    <dgm:pt modelId="{5DED6D15-1F46-4B2C-878F-D32914DD388E}" type="pres">
      <dgm:prSet presAssocID="{10F4F63B-D1A8-4476-9A1D-5FC8136F3F0E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CEFDEF2C-ACAA-46AC-AB83-5780E510525E}" type="pres">
      <dgm:prSet presAssocID="{10F4F63B-D1A8-4476-9A1D-5FC8136F3F0E}" presName="spaceRect" presStyleCnt="0"/>
      <dgm:spPr/>
    </dgm:pt>
    <dgm:pt modelId="{67D90AB9-B37D-4616-AE9B-C06D7C8F9733}" type="pres">
      <dgm:prSet presAssocID="{10F4F63B-D1A8-4476-9A1D-5FC8136F3F0E}" presName="textRect" presStyleLbl="revTx" presStyleIdx="0" presStyleCnt="2">
        <dgm:presLayoutVars>
          <dgm:chMax val="1"/>
          <dgm:chPref val="1"/>
        </dgm:presLayoutVars>
      </dgm:prSet>
      <dgm:spPr/>
    </dgm:pt>
    <dgm:pt modelId="{D596439D-6283-409C-B7AC-BFCE41819E31}" type="pres">
      <dgm:prSet presAssocID="{D0D6A4B7-82E7-48E7-8C29-BDB9F3122354}" presName="sibTrans" presStyleCnt="0"/>
      <dgm:spPr/>
    </dgm:pt>
    <dgm:pt modelId="{504559D0-3B9C-443E-AFAD-E291FB45D0D9}" type="pres">
      <dgm:prSet presAssocID="{6D560290-AC26-40CF-840B-CB243BF47AD0}" presName="compNode" presStyleCnt="0"/>
      <dgm:spPr/>
    </dgm:pt>
    <dgm:pt modelId="{A29B3973-86EA-44D0-9D24-BEF44881BCA1}" type="pres">
      <dgm:prSet presAssocID="{6D560290-AC26-40CF-840B-CB243BF47AD0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749471A2-07B1-4A44-B362-9DD18097FBD4}" type="pres">
      <dgm:prSet presAssocID="{6D560290-AC26-40CF-840B-CB243BF47AD0}" presName="spaceRect" presStyleCnt="0"/>
      <dgm:spPr/>
    </dgm:pt>
    <dgm:pt modelId="{F96428FE-FB3A-460E-9F25-8F635169A178}" type="pres">
      <dgm:prSet presAssocID="{6D560290-AC26-40CF-840B-CB243BF47AD0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12E16A3D-89AA-4092-AA98-B0DF85838961}" srcId="{F0384017-6A36-4D84-975B-21AAD92F367A}" destId="{10F4F63B-D1A8-4476-9A1D-5FC8136F3F0E}" srcOrd="0" destOrd="0" parTransId="{63C847E5-29C4-4EC8-B9BA-B8A3D0FD1DFC}" sibTransId="{D0D6A4B7-82E7-48E7-8C29-BDB9F3122354}"/>
    <dgm:cxn modelId="{4577CC4E-7352-41D5-ACA8-43824B021D3B}" srcId="{F0384017-6A36-4D84-975B-21AAD92F367A}" destId="{6D560290-AC26-40CF-840B-CB243BF47AD0}" srcOrd="1" destOrd="0" parTransId="{1D9F6BFD-61DE-4471-BA1C-B3E778B56A42}" sibTransId="{34BCB80C-85EA-42A9-8505-3A0DC25113D1}"/>
    <dgm:cxn modelId="{BA95D4A9-9FA1-4560-80F1-4384870CF9E3}" type="presOf" srcId="{F0384017-6A36-4D84-975B-21AAD92F367A}" destId="{326ED7D6-FE9B-4B80-92D2-75E7FFB15D8D}" srcOrd="0" destOrd="0" presId="urn:microsoft.com/office/officeart/2018/2/layout/IconLabelList"/>
    <dgm:cxn modelId="{3AD3EBBD-A451-4954-9739-2473164CDB82}" type="presOf" srcId="{10F4F63B-D1A8-4476-9A1D-5FC8136F3F0E}" destId="{67D90AB9-B37D-4616-AE9B-C06D7C8F9733}" srcOrd="0" destOrd="0" presId="urn:microsoft.com/office/officeart/2018/2/layout/IconLabelList"/>
    <dgm:cxn modelId="{0B21B8F8-95A2-4057-AE48-89CF911BBF03}" type="presOf" srcId="{6D560290-AC26-40CF-840B-CB243BF47AD0}" destId="{F96428FE-FB3A-460E-9F25-8F635169A178}" srcOrd="0" destOrd="0" presId="urn:microsoft.com/office/officeart/2018/2/layout/IconLabelList"/>
    <dgm:cxn modelId="{94422C83-F0CB-4FA5-8707-027677DDB237}" type="presParOf" srcId="{326ED7D6-FE9B-4B80-92D2-75E7FFB15D8D}" destId="{23DBA619-FFFF-45C2-A9DD-3EEF8E92DAEE}" srcOrd="0" destOrd="0" presId="urn:microsoft.com/office/officeart/2018/2/layout/IconLabelList"/>
    <dgm:cxn modelId="{23243492-7124-4D30-8F61-626F73102B8E}" type="presParOf" srcId="{23DBA619-FFFF-45C2-A9DD-3EEF8E92DAEE}" destId="{5DED6D15-1F46-4B2C-878F-D32914DD388E}" srcOrd="0" destOrd="0" presId="urn:microsoft.com/office/officeart/2018/2/layout/IconLabelList"/>
    <dgm:cxn modelId="{1F8849C7-6C7B-474F-960E-D98D22DD2281}" type="presParOf" srcId="{23DBA619-FFFF-45C2-A9DD-3EEF8E92DAEE}" destId="{CEFDEF2C-ACAA-46AC-AB83-5780E510525E}" srcOrd="1" destOrd="0" presId="urn:microsoft.com/office/officeart/2018/2/layout/IconLabelList"/>
    <dgm:cxn modelId="{6876DA45-8E6B-42E1-9B21-39123D400BD5}" type="presParOf" srcId="{23DBA619-FFFF-45C2-A9DD-3EEF8E92DAEE}" destId="{67D90AB9-B37D-4616-AE9B-C06D7C8F9733}" srcOrd="2" destOrd="0" presId="urn:microsoft.com/office/officeart/2018/2/layout/IconLabelList"/>
    <dgm:cxn modelId="{C2188937-41E4-43E6-A2F9-578434A55389}" type="presParOf" srcId="{326ED7D6-FE9B-4B80-92D2-75E7FFB15D8D}" destId="{D596439D-6283-409C-B7AC-BFCE41819E31}" srcOrd="1" destOrd="0" presId="urn:microsoft.com/office/officeart/2018/2/layout/IconLabelList"/>
    <dgm:cxn modelId="{74B0FA99-4C3A-4E25-AFCB-91CB3F44A2A4}" type="presParOf" srcId="{326ED7D6-FE9B-4B80-92D2-75E7FFB15D8D}" destId="{504559D0-3B9C-443E-AFAD-E291FB45D0D9}" srcOrd="2" destOrd="0" presId="urn:microsoft.com/office/officeart/2018/2/layout/IconLabelList"/>
    <dgm:cxn modelId="{8FE4E4D3-67BA-499B-B800-707B3FCA1FAC}" type="presParOf" srcId="{504559D0-3B9C-443E-AFAD-E291FB45D0D9}" destId="{A29B3973-86EA-44D0-9D24-BEF44881BCA1}" srcOrd="0" destOrd="0" presId="urn:microsoft.com/office/officeart/2018/2/layout/IconLabelList"/>
    <dgm:cxn modelId="{C2422445-9EAC-4FDC-841B-0F52B75694DD}" type="presParOf" srcId="{504559D0-3B9C-443E-AFAD-E291FB45D0D9}" destId="{749471A2-07B1-4A44-B362-9DD18097FBD4}" srcOrd="1" destOrd="0" presId="urn:microsoft.com/office/officeart/2018/2/layout/IconLabelList"/>
    <dgm:cxn modelId="{CFAA9CCB-3E8B-452A-A374-66B7F3183DFF}" type="presParOf" srcId="{504559D0-3B9C-443E-AFAD-E291FB45D0D9}" destId="{F96428FE-FB3A-460E-9F25-8F635169A178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9D96462A-9389-4D14-BF38-99E27BFA1769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23EC5201-9450-46AA-B8B9-68372513FD47}">
      <dgm:prSet/>
      <dgm:spPr/>
      <dgm:t>
        <a:bodyPr/>
        <a:lstStyle/>
        <a:p>
          <a:r>
            <a:rPr lang="en-US"/>
            <a:t>Facts</a:t>
          </a:r>
        </a:p>
      </dgm:t>
    </dgm:pt>
    <dgm:pt modelId="{10849B0F-07CB-4A31-B097-1E4FD09A2BB3}" type="parTrans" cxnId="{1B71F921-4D77-42C9-82B0-579089E9ECF0}">
      <dgm:prSet/>
      <dgm:spPr/>
      <dgm:t>
        <a:bodyPr/>
        <a:lstStyle/>
        <a:p>
          <a:endParaRPr lang="en-US"/>
        </a:p>
      </dgm:t>
    </dgm:pt>
    <dgm:pt modelId="{3243E9DA-CF12-496A-854C-5D7F2D868AED}" type="sibTrans" cxnId="{1B71F921-4D77-42C9-82B0-579089E9ECF0}">
      <dgm:prSet/>
      <dgm:spPr/>
      <dgm:t>
        <a:bodyPr/>
        <a:lstStyle/>
        <a:p>
          <a:endParaRPr lang="en-US"/>
        </a:p>
      </dgm:t>
    </dgm:pt>
    <dgm:pt modelId="{38BD0003-74B3-4BFE-9689-A33B535B3927}">
      <dgm:prSet/>
      <dgm:spPr/>
      <dgm:t>
        <a:bodyPr/>
        <a:lstStyle/>
        <a:p>
          <a:r>
            <a:rPr lang="en-US"/>
            <a:t>QA</a:t>
          </a:r>
        </a:p>
      </dgm:t>
    </dgm:pt>
    <dgm:pt modelId="{12E06442-9377-46CF-A62D-BEA48DE5CC63}" type="parTrans" cxnId="{9E2EEF0E-A6C9-43F5-9138-9987367D20E2}">
      <dgm:prSet/>
      <dgm:spPr/>
      <dgm:t>
        <a:bodyPr/>
        <a:lstStyle/>
        <a:p>
          <a:endParaRPr lang="en-US"/>
        </a:p>
      </dgm:t>
    </dgm:pt>
    <dgm:pt modelId="{BF278F06-C090-4FE8-BB5B-5DFDB8F395FB}" type="sibTrans" cxnId="{9E2EEF0E-A6C9-43F5-9138-9987367D20E2}">
      <dgm:prSet/>
      <dgm:spPr/>
      <dgm:t>
        <a:bodyPr/>
        <a:lstStyle/>
        <a:p>
          <a:endParaRPr lang="en-US"/>
        </a:p>
      </dgm:t>
    </dgm:pt>
    <dgm:pt modelId="{4F649299-CF55-4443-BD01-F6EE7D48DA04}">
      <dgm:prSet/>
      <dgm:spPr/>
      <dgm:t>
        <a:bodyPr/>
        <a:lstStyle/>
        <a:p>
          <a:r>
            <a:rPr lang="en-US"/>
            <a:t>Math</a:t>
          </a:r>
        </a:p>
      </dgm:t>
    </dgm:pt>
    <dgm:pt modelId="{7CE73719-5AC5-4513-BE07-21001ACDCA8D}" type="parTrans" cxnId="{01ACE605-B61A-45D3-9206-923C17279112}">
      <dgm:prSet/>
      <dgm:spPr/>
      <dgm:t>
        <a:bodyPr/>
        <a:lstStyle/>
        <a:p>
          <a:endParaRPr lang="en-US"/>
        </a:p>
      </dgm:t>
    </dgm:pt>
    <dgm:pt modelId="{DAA37509-B3B1-4BE0-A3E9-23AE9F0C8EF4}" type="sibTrans" cxnId="{01ACE605-B61A-45D3-9206-923C17279112}">
      <dgm:prSet/>
      <dgm:spPr/>
      <dgm:t>
        <a:bodyPr/>
        <a:lstStyle/>
        <a:p>
          <a:endParaRPr lang="en-US"/>
        </a:p>
      </dgm:t>
    </dgm:pt>
    <dgm:pt modelId="{0B8AD0D3-20CF-4DC9-AFA5-D208110477D1}">
      <dgm:prSet/>
      <dgm:spPr/>
      <dgm:t>
        <a:bodyPr/>
        <a:lstStyle/>
        <a:p>
          <a:r>
            <a:rPr lang="en-US"/>
            <a:t>Multilingual</a:t>
          </a:r>
        </a:p>
      </dgm:t>
    </dgm:pt>
    <dgm:pt modelId="{B115164F-E4B1-4450-BB09-25E3E85BA25F}" type="parTrans" cxnId="{98A5B370-1AB5-4006-B318-BA5A09C93C3B}">
      <dgm:prSet/>
      <dgm:spPr/>
      <dgm:t>
        <a:bodyPr/>
        <a:lstStyle/>
        <a:p>
          <a:endParaRPr lang="en-US"/>
        </a:p>
      </dgm:t>
    </dgm:pt>
    <dgm:pt modelId="{61D35B00-86F2-444C-8A77-FBCBAE60F2F9}" type="sibTrans" cxnId="{98A5B370-1AB5-4006-B318-BA5A09C93C3B}">
      <dgm:prSet/>
      <dgm:spPr/>
      <dgm:t>
        <a:bodyPr/>
        <a:lstStyle/>
        <a:p>
          <a:endParaRPr lang="en-US"/>
        </a:p>
      </dgm:t>
    </dgm:pt>
    <dgm:pt modelId="{1F629186-D8C2-4ACB-A498-7B618FC7F3CC}">
      <dgm:prSet/>
      <dgm:spPr/>
      <dgm:t>
        <a:bodyPr/>
        <a:lstStyle/>
        <a:p>
          <a:r>
            <a:rPr lang="en-US"/>
            <a:t>Temporal</a:t>
          </a:r>
        </a:p>
      </dgm:t>
    </dgm:pt>
    <dgm:pt modelId="{FA6AA932-24DE-4448-91D7-E88E163D08F1}" type="parTrans" cxnId="{18D77594-1FC3-46A5-98EE-43BC7322BAFE}">
      <dgm:prSet/>
      <dgm:spPr/>
      <dgm:t>
        <a:bodyPr/>
        <a:lstStyle/>
        <a:p>
          <a:endParaRPr lang="en-US"/>
        </a:p>
      </dgm:t>
    </dgm:pt>
    <dgm:pt modelId="{41D550BA-9161-4DE5-A3BB-3311989021C3}" type="sibTrans" cxnId="{18D77594-1FC3-46A5-98EE-43BC7322BAFE}">
      <dgm:prSet/>
      <dgm:spPr/>
      <dgm:t>
        <a:bodyPr/>
        <a:lstStyle/>
        <a:p>
          <a:endParaRPr lang="en-US"/>
        </a:p>
      </dgm:t>
    </dgm:pt>
    <dgm:pt modelId="{FF726C94-5694-48AF-B466-A7E164F3054A}" type="pres">
      <dgm:prSet presAssocID="{9D96462A-9389-4D14-BF38-99E27BFA1769}" presName="root" presStyleCnt="0">
        <dgm:presLayoutVars>
          <dgm:dir/>
          <dgm:resizeHandles val="exact"/>
        </dgm:presLayoutVars>
      </dgm:prSet>
      <dgm:spPr/>
    </dgm:pt>
    <dgm:pt modelId="{5EF84C47-594F-4ABD-9EFF-631AAE3787D6}" type="pres">
      <dgm:prSet presAssocID="{23EC5201-9450-46AA-B8B9-68372513FD47}" presName="compNode" presStyleCnt="0"/>
      <dgm:spPr/>
    </dgm:pt>
    <dgm:pt modelId="{864F6681-B052-44C8-B7D5-747F81C656CB}" type="pres">
      <dgm:prSet presAssocID="{23EC5201-9450-46AA-B8B9-68372513FD47}" presName="bgRect" presStyleLbl="bgShp" presStyleIdx="0" presStyleCnt="5"/>
      <dgm:spPr/>
    </dgm:pt>
    <dgm:pt modelId="{53789A87-A70D-4BEB-AC1A-7756875F40D6}" type="pres">
      <dgm:prSet presAssocID="{23EC5201-9450-46AA-B8B9-68372513FD47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rticles"/>
        </a:ext>
      </dgm:extLst>
    </dgm:pt>
    <dgm:pt modelId="{60FB5754-97BF-41F8-96CE-64EC909B55C5}" type="pres">
      <dgm:prSet presAssocID="{23EC5201-9450-46AA-B8B9-68372513FD47}" presName="spaceRect" presStyleCnt="0"/>
      <dgm:spPr/>
    </dgm:pt>
    <dgm:pt modelId="{229754D7-2789-4524-A926-B2BAC19F36EB}" type="pres">
      <dgm:prSet presAssocID="{23EC5201-9450-46AA-B8B9-68372513FD47}" presName="parTx" presStyleLbl="revTx" presStyleIdx="0" presStyleCnt="5">
        <dgm:presLayoutVars>
          <dgm:chMax val="0"/>
          <dgm:chPref val="0"/>
        </dgm:presLayoutVars>
      </dgm:prSet>
      <dgm:spPr/>
    </dgm:pt>
    <dgm:pt modelId="{3EAD08DB-DB0C-46AD-AF1D-5D8070782D4D}" type="pres">
      <dgm:prSet presAssocID="{3243E9DA-CF12-496A-854C-5D7F2D868AED}" presName="sibTrans" presStyleCnt="0"/>
      <dgm:spPr/>
    </dgm:pt>
    <dgm:pt modelId="{7F9C62CE-A991-4DDE-AC1D-DB00D4FAFDF3}" type="pres">
      <dgm:prSet presAssocID="{38BD0003-74B3-4BFE-9689-A33B535B3927}" presName="compNode" presStyleCnt="0"/>
      <dgm:spPr/>
    </dgm:pt>
    <dgm:pt modelId="{D48AB7F2-3689-43EC-A9B4-C34915CD1FD2}" type="pres">
      <dgm:prSet presAssocID="{38BD0003-74B3-4BFE-9689-A33B535B3927}" presName="bgRect" presStyleLbl="bgShp" presStyleIdx="1" presStyleCnt="5"/>
      <dgm:spPr/>
    </dgm:pt>
    <dgm:pt modelId="{994C790A-A9FD-452F-B09F-B3786E6A9DFA}" type="pres">
      <dgm:prSet presAssocID="{38BD0003-74B3-4BFE-9689-A33B535B3927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ghtbulb"/>
        </a:ext>
      </dgm:extLst>
    </dgm:pt>
    <dgm:pt modelId="{6C96186C-9B47-49EA-955D-D4711AEAE2BD}" type="pres">
      <dgm:prSet presAssocID="{38BD0003-74B3-4BFE-9689-A33B535B3927}" presName="spaceRect" presStyleCnt="0"/>
      <dgm:spPr/>
    </dgm:pt>
    <dgm:pt modelId="{C8DF6061-6ED1-49EF-B9B3-F8FFBC5E1774}" type="pres">
      <dgm:prSet presAssocID="{38BD0003-74B3-4BFE-9689-A33B535B3927}" presName="parTx" presStyleLbl="revTx" presStyleIdx="1" presStyleCnt="5">
        <dgm:presLayoutVars>
          <dgm:chMax val="0"/>
          <dgm:chPref val="0"/>
        </dgm:presLayoutVars>
      </dgm:prSet>
      <dgm:spPr/>
    </dgm:pt>
    <dgm:pt modelId="{8414CABA-9DEE-474E-81FE-724A8016CEFE}" type="pres">
      <dgm:prSet presAssocID="{BF278F06-C090-4FE8-BB5B-5DFDB8F395FB}" presName="sibTrans" presStyleCnt="0"/>
      <dgm:spPr/>
    </dgm:pt>
    <dgm:pt modelId="{C2D001FE-9ED3-4E0B-88C0-D6E5B6366342}" type="pres">
      <dgm:prSet presAssocID="{4F649299-CF55-4443-BD01-F6EE7D48DA04}" presName="compNode" presStyleCnt="0"/>
      <dgm:spPr/>
    </dgm:pt>
    <dgm:pt modelId="{B01BF6B3-415A-402C-9AAB-B783629F033A}" type="pres">
      <dgm:prSet presAssocID="{4F649299-CF55-4443-BD01-F6EE7D48DA04}" presName="bgRect" presStyleLbl="bgShp" presStyleIdx="2" presStyleCnt="5"/>
      <dgm:spPr/>
    </dgm:pt>
    <dgm:pt modelId="{B41D521A-DBED-4B3A-8AED-4E79999B7AB9}" type="pres">
      <dgm:prSet presAssocID="{4F649299-CF55-4443-BD01-F6EE7D48DA04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lculator"/>
        </a:ext>
      </dgm:extLst>
    </dgm:pt>
    <dgm:pt modelId="{BF665778-2BA8-4D57-BA0F-FB351050FBD2}" type="pres">
      <dgm:prSet presAssocID="{4F649299-CF55-4443-BD01-F6EE7D48DA04}" presName="spaceRect" presStyleCnt="0"/>
      <dgm:spPr/>
    </dgm:pt>
    <dgm:pt modelId="{D722C20A-671D-4A0F-9B95-D4F63B73979A}" type="pres">
      <dgm:prSet presAssocID="{4F649299-CF55-4443-BD01-F6EE7D48DA04}" presName="parTx" presStyleLbl="revTx" presStyleIdx="2" presStyleCnt="5">
        <dgm:presLayoutVars>
          <dgm:chMax val="0"/>
          <dgm:chPref val="0"/>
        </dgm:presLayoutVars>
      </dgm:prSet>
      <dgm:spPr/>
    </dgm:pt>
    <dgm:pt modelId="{B6C530F5-2D6D-42D2-BD7C-1E4286D61432}" type="pres">
      <dgm:prSet presAssocID="{DAA37509-B3B1-4BE0-A3E9-23AE9F0C8EF4}" presName="sibTrans" presStyleCnt="0"/>
      <dgm:spPr/>
    </dgm:pt>
    <dgm:pt modelId="{802DCF47-50D2-4A31-8B92-E7A3F3A504FC}" type="pres">
      <dgm:prSet presAssocID="{0B8AD0D3-20CF-4DC9-AFA5-D208110477D1}" presName="compNode" presStyleCnt="0"/>
      <dgm:spPr/>
    </dgm:pt>
    <dgm:pt modelId="{49814DFC-D363-44E9-9893-DB3380C4842A}" type="pres">
      <dgm:prSet presAssocID="{0B8AD0D3-20CF-4DC9-AFA5-D208110477D1}" presName="bgRect" presStyleLbl="bgShp" presStyleIdx="3" presStyleCnt="5"/>
      <dgm:spPr/>
    </dgm:pt>
    <dgm:pt modelId="{1B29741F-77C9-42BE-9F7A-5619CD8BFFC8}" type="pres">
      <dgm:prSet presAssocID="{0B8AD0D3-20CF-4DC9-AFA5-D208110477D1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ag"/>
        </a:ext>
      </dgm:extLst>
    </dgm:pt>
    <dgm:pt modelId="{FB5BCF76-6B5A-4EF7-B1E4-4DAF16084D6C}" type="pres">
      <dgm:prSet presAssocID="{0B8AD0D3-20CF-4DC9-AFA5-D208110477D1}" presName="spaceRect" presStyleCnt="0"/>
      <dgm:spPr/>
    </dgm:pt>
    <dgm:pt modelId="{9F980E63-3376-4C48-BDF6-D2D1AAA78365}" type="pres">
      <dgm:prSet presAssocID="{0B8AD0D3-20CF-4DC9-AFA5-D208110477D1}" presName="parTx" presStyleLbl="revTx" presStyleIdx="3" presStyleCnt="5">
        <dgm:presLayoutVars>
          <dgm:chMax val="0"/>
          <dgm:chPref val="0"/>
        </dgm:presLayoutVars>
      </dgm:prSet>
      <dgm:spPr/>
    </dgm:pt>
    <dgm:pt modelId="{243FDF74-9F36-4F12-90D0-FAE131230377}" type="pres">
      <dgm:prSet presAssocID="{61D35B00-86F2-444C-8A77-FBCBAE60F2F9}" presName="sibTrans" presStyleCnt="0"/>
      <dgm:spPr/>
    </dgm:pt>
    <dgm:pt modelId="{B4B7DD7F-EF0F-42D2-91BD-E6473C9734ED}" type="pres">
      <dgm:prSet presAssocID="{1F629186-D8C2-4ACB-A498-7B618FC7F3CC}" presName="compNode" presStyleCnt="0"/>
      <dgm:spPr/>
    </dgm:pt>
    <dgm:pt modelId="{7A896241-596C-47C3-8F50-121B3450ADEC}" type="pres">
      <dgm:prSet presAssocID="{1F629186-D8C2-4ACB-A498-7B618FC7F3CC}" presName="bgRect" presStyleLbl="bgShp" presStyleIdx="4" presStyleCnt="5"/>
      <dgm:spPr/>
    </dgm:pt>
    <dgm:pt modelId="{7893E76E-F417-40B5-AF62-8C6DB397C18A}" type="pres">
      <dgm:prSet presAssocID="{1F629186-D8C2-4ACB-A498-7B618FC7F3CC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ystem"/>
        </a:ext>
      </dgm:extLst>
    </dgm:pt>
    <dgm:pt modelId="{BC56406C-DA94-4F45-BF37-7F6277159926}" type="pres">
      <dgm:prSet presAssocID="{1F629186-D8C2-4ACB-A498-7B618FC7F3CC}" presName="spaceRect" presStyleCnt="0"/>
      <dgm:spPr/>
    </dgm:pt>
    <dgm:pt modelId="{3505D814-961D-430A-BD49-74CAA242F1C0}" type="pres">
      <dgm:prSet presAssocID="{1F629186-D8C2-4ACB-A498-7B618FC7F3CC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01ACE605-B61A-45D3-9206-923C17279112}" srcId="{9D96462A-9389-4D14-BF38-99E27BFA1769}" destId="{4F649299-CF55-4443-BD01-F6EE7D48DA04}" srcOrd="2" destOrd="0" parTransId="{7CE73719-5AC5-4513-BE07-21001ACDCA8D}" sibTransId="{DAA37509-B3B1-4BE0-A3E9-23AE9F0C8EF4}"/>
    <dgm:cxn modelId="{9E2EEF0E-A6C9-43F5-9138-9987367D20E2}" srcId="{9D96462A-9389-4D14-BF38-99E27BFA1769}" destId="{38BD0003-74B3-4BFE-9689-A33B535B3927}" srcOrd="1" destOrd="0" parTransId="{12E06442-9377-46CF-A62D-BEA48DE5CC63}" sibTransId="{BF278F06-C090-4FE8-BB5B-5DFDB8F395FB}"/>
    <dgm:cxn modelId="{1B71F921-4D77-42C9-82B0-579089E9ECF0}" srcId="{9D96462A-9389-4D14-BF38-99E27BFA1769}" destId="{23EC5201-9450-46AA-B8B9-68372513FD47}" srcOrd="0" destOrd="0" parTransId="{10849B0F-07CB-4A31-B097-1E4FD09A2BB3}" sibTransId="{3243E9DA-CF12-496A-854C-5D7F2D868AED}"/>
    <dgm:cxn modelId="{61206340-4C33-4E2A-B65D-989E7BFE72D0}" type="presOf" srcId="{9D96462A-9389-4D14-BF38-99E27BFA1769}" destId="{FF726C94-5694-48AF-B466-A7E164F3054A}" srcOrd="0" destOrd="0" presId="urn:microsoft.com/office/officeart/2018/2/layout/IconVerticalSolidList"/>
    <dgm:cxn modelId="{98A5B370-1AB5-4006-B318-BA5A09C93C3B}" srcId="{9D96462A-9389-4D14-BF38-99E27BFA1769}" destId="{0B8AD0D3-20CF-4DC9-AFA5-D208110477D1}" srcOrd="3" destOrd="0" parTransId="{B115164F-E4B1-4450-BB09-25E3E85BA25F}" sibTransId="{61D35B00-86F2-444C-8A77-FBCBAE60F2F9}"/>
    <dgm:cxn modelId="{C2ACC074-BE6C-45E9-8934-9D3C0A899C83}" type="presOf" srcId="{38BD0003-74B3-4BFE-9689-A33B535B3927}" destId="{C8DF6061-6ED1-49EF-B9B3-F8FFBC5E1774}" srcOrd="0" destOrd="0" presId="urn:microsoft.com/office/officeart/2018/2/layout/IconVerticalSolidList"/>
    <dgm:cxn modelId="{E4802F56-395A-41AF-BA1F-521C50D96E6F}" type="presOf" srcId="{4F649299-CF55-4443-BD01-F6EE7D48DA04}" destId="{D722C20A-671D-4A0F-9B95-D4F63B73979A}" srcOrd="0" destOrd="0" presId="urn:microsoft.com/office/officeart/2018/2/layout/IconVerticalSolidList"/>
    <dgm:cxn modelId="{D9AD708E-01B4-4178-95CE-BB5C99184324}" type="presOf" srcId="{1F629186-D8C2-4ACB-A498-7B618FC7F3CC}" destId="{3505D814-961D-430A-BD49-74CAA242F1C0}" srcOrd="0" destOrd="0" presId="urn:microsoft.com/office/officeart/2018/2/layout/IconVerticalSolidList"/>
    <dgm:cxn modelId="{18D77594-1FC3-46A5-98EE-43BC7322BAFE}" srcId="{9D96462A-9389-4D14-BF38-99E27BFA1769}" destId="{1F629186-D8C2-4ACB-A498-7B618FC7F3CC}" srcOrd="4" destOrd="0" parTransId="{FA6AA932-24DE-4448-91D7-E88E163D08F1}" sibTransId="{41D550BA-9161-4DE5-A3BB-3311989021C3}"/>
    <dgm:cxn modelId="{B6710F9C-048B-46C3-B85E-8449546D5C44}" type="presOf" srcId="{23EC5201-9450-46AA-B8B9-68372513FD47}" destId="{229754D7-2789-4524-A926-B2BAC19F36EB}" srcOrd="0" destOrd="0" presId="urn:microsoft.com/office/officeart/2018/2/layout/IconVerticalSolidList"/>
    <dgm:cxn modelId="{2985B5D8-30D0-42C2-9592-7F3FFB09D642}" type="presOf" srcId="{0B8AD0D3-20CF-4DC9-AFA5-D208110477D1}" destId="{9F980E63-3376-4C48-BDF6-D2D1AAA78365}" srcOrd="0" destOrd="0" presId="urn:microsoft.com/office/officeart/2018/2/layout/IconVerticalSolidList"/>
    <dgm:cxn modelId="{782E5E84-0459-43BE-BC5E-3C7F52099F9A}" type="presParOf" srcId="{FF726C94-5694-48AF-B466-A7E164F3054A}" destId="{5EF84C47-594F-4ABD-9EFF-631AAE3787D6}" srcOrd="0" destOrd="0" presId="urn:microsoft.com/office/officeart/2018/2/layout/IconVerticalSolidList"/>
    <dgm:cxn modelId="{9750FE20-2BD5-41B8-B827-3DB45D389176}" type="presParOf" srcId="{5EF84C47-594F-4ABD-9EFF-631AAE3787D6}" destId="{864F6681-B052-44C8-B7D5-747F81C656CB}" srcOrd="0" destOrd="0" presId="urn:microsoft.com/office/officeart/2018/2/layout/IconVerticalSolidList"/>
    <dgm:cxn modelId="{B3132B8C-F2CC-4FD6-A89C-6394479775BF}" type="presParOf" srcId="{5EF84C47-594F-4ABD-9EFF-631AAE3787D6}" destId="{53789A87-A70D-4BEB-AC1A-7756875F40D6}" srcOrd="1" destOrd="0" presId="urn:microsoft.com/office/officeart/2018/2/layout/IconVerticalSolidList"/>
    <dgm:cxn modelId="{0A390A1A-CC55-4EB0-9F74-6DC98EF0E004}" type="presParOf" srcId="{5EF84C47-594F-4ABD-9EFF-631AAE3787D6}" destId="{60FB5754-97BF-41F8-96CE-64EC909B55C5}" srcOrd="2" destOrd="0" presId="urn:microsoft.com/office/officeart/2018/2/layout/IconVerticalSolidList"/>
    <dgm:cxn modelId="{D6259A93-37E4-4427-BC15-6EADCF0810FF}" type="presParOf" srcId="{5EF84C47-594F-4ABD-9EFF-631AAE3787D6}" destId="{229754D7-2789-4524-A926-B2BAC19F36EB}" srcOrd="3" destOrd="0" presId="urn:microsoft.com/office/officeart/2018/2/layout/IconVerticalSolidList"/>
    <dgm:cxn modelId="{D79E08BB-1975-4399-8064-1F0D296D9981}" type="presParOf" srcId="{FF726C94-5694-48AF-B466-A7E164F3054A}" destId="{3EAD08DB-DB0C-46AD-AF1D-5D8070782D4D}" srcOrd="1" destOrd="0" presId="urn:microsoft.com/office/officeart/2018/2/layout/IconVerticalSolidList"/>
    <dgm:cxn modelId="{DF24706A-330B-40D2-BCD0-FF341AE8B913}" type="presParOf" srcId="{FF726C94-5694-48AF-B466-A7E164F3054A}" destId="{7F9C62CE-A991-4DDE-AC1D-DB00D4FAFDF3}" srcOrd="2" destOrd="0" presId="urn:microsoft.com/office/officeart/2018/2/layout/IconVerticalSolidList"/>
    <dgm:cxn modelId="{E5C84CCF-961F-4C70-B4E4-513255F809AF}" type="presParOf" srcId="{7F9C62CE-A991-4DDE-AC1D-DB00D4FAFDF3}" destId="{D48AB7F2-3689-43EC-A9B4-C34915CD1FD2}" srcOrd="0" destOrd="0" presId="urn:microsoft.com/office/officeart/2018/2/layout/IconVerticalSolidList"/>
    <dgm:cxn modelId="{03D6563A-2B1B-4C47-958E-D05B57470BCE}" type="presParOf" srcId="{7F9C62CE-A991-4DDE-AC1D-DB00D4FAFDF3}" destId="{994C790A-A9FD-452F-B09F-B3786E6A9DFA}" srcOrd="1" destOrd="0" presId="urn:microsoft.com/office/officeart/2018/2/layout/IconVerticalSolidList"/>
    <dgm:cxn modelId="{4652DFD7-D5C5-42B6-88DF-DA50FBC8E768}" type="presParOf" srcId="{7F9C62CE-A991-4DDE-AC1D-DB00D4FAFDF3}" destId="{6C96186C-9B47-49EA-955D-D4711AEAE2BD}" srcOrd="2" destOrd="0" presId="urn:microsoft.com/office/officeart/2018/2/layout/IconVerticalSolidList"/>
    <dgm:cxn modelId="{C807E4A6-D262-443E-92BD-E09845885CBB}" type="presParOf" srcId="{7F9C62CE-A991-4DDE-AC1D-DB00D4FAFDF3}" destId="{C8DF6061-6ED1-49EF-B9B3-F8FFBC5E1774}" srcOrd="3" destOrd="0" presId="urn:microsoft.com/office/officeart/2018/2/layout/IconVerticalSolidList"/>
    <dgm:cxn modelId="{6514B8A5-A4F1-4E77-AB26-C9734B6B5161}" type="presParOf" srcId="{FF726C94-5694-48AF-B466-A7E164F3054A}" destId="{8414CABA-9DEE-474E-81FE-724A8016CEFE}" srcOrd="3" destOrd="0" presId="urn:microsoft.com/office/officeart/2018/2/layout/IconVerticalSolidList"/>
    <dgm:cxn modelId="{3DB87FA8-6072-473A-B93F-EFCFC9E8CE52}" type="presParOf" srcId="{FF726C94-5694-48AF-B466-A7E164F3054A}" destId="{C2D001FE-9ED3-4E0B-88C0-D6E5B6366342}" srcOrd="4" destOrd="0" presId="urn:microsoft.com/office/officeart/2018/2/layout/IconVerticalSolidList"/>
    <dgm:cxn modelId="{9B766D45-7581-42A2-B3CA-DBB6C46AF6D6}" type="presParOf" srcId="{C2D001FE-9ED3-4E0B-88C0-D6E5B6366342}" destId="{B01BF6B3-415A-402C-9AAB-B783629F033A}" srcOrd="0" destOrd="0" presId="urn:microsoft.com/office/officeart/2018/2/layout/IconVerticalSolidList"/>
    <dgm:cxn modelId="{5CA8167A-542E-46E2-9890-B37577D78F04}" type="presParOf" srcId="{C2D001FE-9ED3-4E0B-88C0-D6E5B6366342}" destId="{B41D521A-DBED-4B3A-8AED-4E79999B7AB9}" srcOrd="1" destOrd="0" presId="urn:microsoft.com/office/officeart/2018/2/layout/IconVerticalSolidList"/>
    <dgm:cxn modelId="{24198B68-3675-4FE9-A569-97418C3F0A85}" type="presParOf" srcId="{C2D001FE-9ED3-4E0B-88C0-D6E5B6366342}" destId="{BF665778-2BA8-4D57-BA0F-FB351050FBD2}" srcOrd="2" destOrd="0" presId="urn:microsoft.com/office/officeart/2018/2/layout/IconVerticalSolidList"/>
    <dgm:cxn modelId="{CD46C37B-DA39-47C2-9121-11C1B5AFDA03}" type="presParOf" srcId="{C2D001FE-9ED3-4E0B-88C0-D6E5B6366342}" destId="{D722C20A-671D-4A0F-9B95-D4F63B73979A}" srcOrd="3" destOrd="0" presId="urn:microsoft.com/office/officeart/2018/2/layout/IconVerticalSolidList"/>
    <dgm:cxn modelId="{6FF3E2B3-480E-4BB0-9CA9-1C94A00F8C06}" type="presParOf" srcId="{FF726C94-5694-48AF-B466-A7E164F3054A}" destId="{B6C530F5-2D6D-42D2-BD7C-1E4286D61432}" srcOrd="5" destOrd="0" presId="urn:microsoft.com/office/officeart/2018/2/layout/IconVerticalSolidList"/>
    <dgm:cxn modelId="{736AC36C-2101-426D-995F-680E08B6287F}" type="presParOf" srcId="{FF726C94-5694-48AF-B466-A7E164F3054A}" destId="{802DCF47-50D2-4A31-8B92-E7A3F3A504FC}" srcOrd="6" destOrd="0" presId="urn:microsoft.com/office/officeart/2018/2/layout/IconVerticalSolidList"/>
    <dgm:cxn modelId="{9B475BD1-08EC-4944-AE37-9F9239AF7E6E}" type="presParOf" srcId="{802DCF47-50D2-4A31-8B92-E7A3F3A504FC}" destId="{49814DFC-D363-44E9-9893-DB3380C4842A}" srcOrd="0" destOrd="0" presId="urn:microsoft.com/office/officeart/2018/2/layout/IconVerticalSolidList"/>
    <dgm:cxn modelId="{22398ADB-50BE-436A-AF22-832F3231BC78}" type="presParOf" srcId="{802DCF47-50D2-4A31-8B92-E7A3F3A504FC}" destId="{1B29741F-77C9-42BE-9F7A-5619CD8BFFC8}" srcOrd="1" destOrd="0" presId="urn:microsoft.com/office/officeart/2018/2/layout/IconVerticalSolidList"/>
    <dgm:cxn modelId="{B2FBD4B4-CF06-4E12-BE2D-D1C065765C17}" type="presParOf" srcId="{802DCF47-50D2-4A31-8B92-E7A3F3A504FC}" destId="{FB5BCF76-6B5A-4EF7-B1E4-4DAF16084D6C}" srcOrd="2" destOrd="0" presId="urn:microsoft.com/office/officeart/2018/2/layout/IconVerticalSolidList"/>
    <dgm:cxn modelId="{CDF448EE-A98F-4A59-953E-D27D21A533E7}" type="presParOf" srcId="{802DCF47-50D2-4A31-8B92-E7A3F3A504FC}" destId="{9F980E63-3376-4C48-BDF6-D2D1AAA78365}" srcOrd="3" destOrd="0" presId="urn:microsoft.com/office/officeart/2018/2/layout/IconVerticalSolidList"/>
    <dgm:cxn modelId="{A6864459-C5C2-4682-8A0E-EBCEF0CB08D4}" type="presParOf" srcId="{FF726C94-5694-48AF-B466-A7E164F3054A}" destId="{243FDF74-9F36-4F12-90D0-FAE131230377}" srcOrd="7" destOrd="0" presId="urn:microsoft.com/office/officeart/2018/2/layout/IconVerticalSolidList"/>
    <dgm:cxn modelId="{9F366016-6181-4537-8EA2-F250F7489B1C}" type="presParOf" srcId="{FF726C94-5694-48AF-B466-A7E164F3054A}" destId="{B4B7DD7F-EF0F-42D2-91BD-E6473C9734ED}" srcOrd="8" destOrd="0" presId="urn:microsoft.com/office/officeart/2018/2/layout/IconVerticalSolidList"/>
    <dgm:cxn modelId="{71232B8F-F224-42D5-9967-D6EDA4C7EA55}" type="presParOf" srcId="{B4B7DD7F-EF0F-42D2-91BD-E6473C9734ED}" destId="{7A896241-596C-47C3-8F50-121B3450ADEC}" srcOrd="0" destOrd="0" presId="urn:microsoft.com/office/officeart/2018/2/layout/IconVerticalSolidList"/>
    <dgm:cxn modelId="{E2A5F1FD-582E-4AB6-A2E8-6D25247F7797}" type="presParOf" srcId="{B4B7DD7F-EF0F-42D2-91BD-E6473C9734ED}" destId="{7893E76E-F417-40B5-AF62-8C6DB397C18A}" srcOrd="1" destOrd="0" presId="urn:microsoft.com/office/officeart/2018/2/layout/IconVerticalSolidList"/>
    <dgm:cxn modelId="{323E4AD5-3E92-4AC8-BF9F-F467B52C2C1C}" type="presParOf" srcId="{B4B7DD7F-EF0F-42D2-91BD-E6473C9734ED}" destId="{BC56406C-DA94-4F45-BF37-7F6277159926}" srcOrd="2" destOrd="0" presId="urn:microsoft.com/office/officeart/2018/2/layout/IconVerticalSolidList"/>
    <dgm:cxn modelId="{AFC0DF5D-868E-4B82-9FCE-DFEA909182D5}" type="presParOf" srcId="{B4B7DD7F-EF0F-42D2-91BD-E6473C9734ED}" destId="{3505D814-961D-430A-BD49-74CAA242F1C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133115F-CE3F-4FF6-89E5-833EAD18E506}">
      <dsp:nvSpPr>
        <dsp:cNvPr id="0" name=""/>
        <dsp:cNvSpPr/>
      </dsp:nvSpPr>
      <dsp:spPr>
        <a:xfrm>
          <a:off x="906" y="592152"/>
          <a:ext cx="3183294" cy="202139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3AF2DC-7B5E-436D-9E79-F8B8AB3ED1FF}">
      <dsp:nvSpPr>
        <dsp:cNvPr id="0" name=""/>
        <dsp:cNvSpPr/>
      </dsp:nvSpPr>
      <dsp:spPr>
        <a:xfrm>
          <a:off x="354606" y="928167"/>
          <a:ext cx="3183294" cy="202139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0980" tIns="220980" rIns="220980" bIns="220980" numCol="1" spcCol="1270" anchor="ctr" anchorCtr="0">
          <a:noAutofit/>
        </a:bodyPr>
        <a:lstStyle/>
        <a:p>
          <a:pPr marL="0" lvl="0" indent="0" algn="ctr" defTabSz="2578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800" kern="1200"/>
            <a:t>CIS4930</a:t>
          </a:r>
        </a:p>
      </dsp:txBody>
      <dsp:txXfrm>
        <a:off x="413811" y="987372"/>
        <a:ext cx="3064884" cy="1902981"/>
      </dsp:txXfrm>
    </dsp:sp>
    <dsp:sp modelId="{D94BA767-F79E-43BF-B3D4-613395E533FD}">
      <dsp:nvSpPr>
        <dsp:cNvPr id="0" name=""/>
        <dsp:cNvSpPr/>
      </dsp:nvSpPr>
      <dsp:spPr>
        <a:xfrm>
          <a:off x="3891599" y="592152"/>
          <a:ext cx="3183294" cy="202139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260232-3288-426D-80DF-6DCA9FDE05FD}">
      <dsp:nvSpPr>
        <dsp:cNvPr id="0" name=""/>
        <dsp:cNvSpPr/>
      </dsp:nvSpPr>
      <dsp:spPr>
        <a:xfrm>
          <a:off x="4245299" y="928167"/>
          <a:ext cx="3183294" cy="202139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0980" tIns="220980" rIns="220980" bIns="220980" numCol="1" spcCol="1270" anchor="ctr" anchorCtr="0">
          <a:noAutofit/>
        </a:bodyPr>
        <a:lstStyle/>
        <a:p>
          <a:pPr marL="0" lvl="0" indent="0" algn="ctr" defTabSz="2578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800" kern="1200"/>
            <a:t>Tomas Caruso</a:t>
          </a:r>
        </a:p>
      </dsp:txBody>
      <dsp:txXfrm>
        <a:off x="4304504" y="987372"/>
        <a:ext cx="3064884" cy="190298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E6744D-265A-4425-A67B-5343D9946423}">
      <dsp:nvSpPr>
        <dsp:cNvPr id="0" name=""/>
        <dsp:cNvSpPr/>
      </dsp:nvSpPr>
      <dsp:spPr>
        <a:xfrm>
          <a:off x="467999" y="333860"/>
          <a:ext cx="1338187" cy="1338187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6E8F452-88AE-4EA0-823E-6999E67A20A0}">
      <dsp:nvSpPr>
        <dsp:cNvPr id="0" name=""/>
        <dsp:cNvSpPr/>
      </dsp:nvSpPr>
      <dsp:spPr>
        <a:xfrm>
          <a:off x="753187" y="619048"/>
          <a:ext cx="767812" cy="76781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2F2483-826C-4BEF-9BF6-CB807D5D3C7C}">
      <dsp:nvSpPr>
        <dsp:cNvPr id="0" name=""/>
        <dsp:cNvSpPr/>
      </dsp:nvSpPr>
      <dsp:spPr>
        <a:xfrm>
          <a:off x="40218" y="2088860"/>
          <a:ext cx="21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400" kern="1200"/>
            <a:t>LLMs are good at language</a:t>
          </a:r>
        </a:p>
      </dsp:txBody>
      <dsp:txXfrm>
        <a:off x="40218" y="2088860"/>
        <a:ext cx="2193750" cy="720000"/>
      </dsp:txXfrm>
    </dsp:sp>
    <dsp:sp modelId="{05836D6A-F0CD-499E-B538-E0146BEAF6A4}">
      <dsp:nvSpPr>
        <dsp:cNvPr id="0" name=""/>
        <dsp:cNvSpPr/>
      </dsp:nvSpPr>
      <dsp:spPr>
        <a:xfrm>
          <a:off x="3045656" y="333860"/>
          <a:ext cx="1338187" cy="1338187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B6417AC-D1DE-4C27-857F-097BB88420A3}">
      <dsp:nvSpPr>
        <dsp:cNvPr id="0" name=""/>
        <dsp:cNvSpPr/>
      </dsp:nvSpPr>
      <dsp:spPr>
        <a:xfrm>
          <a:off x="3330843" y="619048"/>
          <a:ext cx="767812" cy="76781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21A9B9-B848-4953-8C97-8AF017B7233D}">
      <dsp:nvSpPr>
        <dsp:cNvPr id="0" name=""/>
        <dsp:cNvSpPr/>
      </dsp:nvSpPr>
      <dsp:spPr>
        <a:xfrm>
          <a:off x="2617875" y="2088860"/>
          <a:ext cx="21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400" kern="1200"/>
            <a:t>Bad at math, facts, and time</a:t>
          </a:r>
        </a:p>
      </dsp:txBody>
      <dsp:txXfrm>
        <a:off x="2617875" y="2088860"/>
        <a:ext cx="2193750" cy="720000"/>
      </dsp:txXfrm>
    </dsp:sp>
    <dsp:sp modelId="{182E4C81-DBC7-45F0-992D-AE54666AF41C}">
      <dsp:nvSpPr>
        <dsp:cNvPr id="0" name=""/>
        <dsp:cNvSpPr/>
      </dsp:nvSpPr>
      <dsp:spPr>
        <a:xfrm>
          <a:off x="5623312" y="333860"/>
          <a:ext cx="1338187" cy="1338187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E968E61-29C1-4596-9F5D-AF92F216AF5A}">
      <dsp:nvSpPr>
        <dsp:cNvPr id="0" name=""/>
        <dsp:cNvSpPr/>
      </dsp:nvSpPr>
      <dsp:spPr>
        <a:xfrm>
          <a:off x="5908500" y="619048"/>
          <a:ext cx="767812" cy="76781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81C080-4544-405C-B7BB-1B99030D176B}">
      <dsp:nvSpPr>
        <dsp:cNvPr id="0" name=""/>
        <dsp:cNvSpPr/>
      </dsp:nvSpPr>
      <dsp:spPr>
        <a:xfrm>
          <a:off x="5195531" y="2088860"/>
          <a:ext cx="21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400" kern="1200"/>
            <a:t>Scaling alone doesn’t fix this</a:t>
          </a:r>
        </a:p>
      </dsp:txBody>
      <dsp:txXfrm>
        <a:off x="5195531" y="2088860"/>
        <a:ext cx="2193750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23D4FD1-1122-458F-89AB-1B75C8A17C57}">
      <dsp:nvSpPr>
        <dsp:cNvPr id="0" name=""/>
        <dsp:cNvSpPr/>
      </dsp:nvSpPr>
      <dsp:spPr>
        <a:xfrm>
          <a:off x="1053984" y="18860"/>
          <a:ext cx="1818562" cy="1818562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04EF2EC-6753-4F71-BB8D-F5AF2E4F2FC9}">
      <dsp:nvSpPr>
        <dsp:cNvPr id="0" name=""/>
        <dsp:cNvSpPr/>
      </dsp:nvSpPr>
      <dsp:spPr>
        <a:xfrm>
          <a:off x="1441546" y="406422"/>
          <a:ext cx="1043437" cy="104343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B054C8-16D9-4E81-B9C7-606BB8E0D4B1}">
      <dsp:nvSpPr>
        <dsp:cNvPr id="0" name=""/>
        <dsp:cNvSpPr/>
      </dsp:nvSpPr>
      <dsp:spPr>
        <a:xfrm>
          <a:off x="472640" y="2403860"/>
          <a:ext cx="2981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kern="1200"/>
            <a:t>Models don’t know when or how to use tools</a:t>
          </a:r>
        </a:p>
      </dsp:txBody>
      <dsp:txXfrm>
        <a:off x="472640" y="2403860"/>
        <a:ext cx="2981250" cy="720000"/>
      </dsp:txXfrm>
    </dsp:sp>
    <dsp:sp modelId="{05A1E437-B108-47B7-87B9-832664BFBCC1}">
      <dsp:nvSpPr>
        <dsp:cNvPr id="0" name=""/>
        <dsp:cNvSpPr/>
      </dsp:nvSpPr>
      <dsp:spPr>
        <a:xfrm>
          <a:off x="4556953" y="18860"/>
          <a:ext cx="1818562" cy="1818562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FB1EBCE-A176-42AD-A6B4-E50882CE35AD}">
      <dsp:nvSpPr>
        <dsp:cNvPr id="0" name=""/>
        <dsp:cNvSpPr/>
      </dsp:nvSpPr>
      <dsp:spPr>
        <a:xfrm>
          <a:off x="4944515" y="406422"/>
          <a:ext cx="1043437" cy="104343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B433E3-794C-49BE-82C8-92DA4CB3EAA9}">
      <dsp:nvSpPr>
        <dsp:cNvPr id="0" name=""/>
        <dsp:cNvSpPr/>
      </dsp:nvSpPr>
      <dsp:spPr>
        <a:xfrm>
          <a:off x="3975609" y="2403860"/>
          <a:ext cx="2981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kern="1200"/>
            <a:t>Prior work relies on humans</a:t>
          </a:r>
        </a:p>
      </dsp:txBody>
      <dsp:txXfrm>
        <a:off x="3975609" y="2403860"/>
        <a:ext cx="2981250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F26770-CCA3-41D3-BCF9-EE65B548BF25}">
      <dsp:nvSpPr>
        <dsp:cNvPr id="0" name=""/>
        <dsp:cNvSpPr/>
      </dsp:nvSpPr>
      <dsp:spPr>
        <a:xfrm>
          <a:off x="256508" y="789837"/>
          <a:ext cx="794548" cy="794548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4BEE80B-3A96-40D8-B082-E00FF5532863}">
      <dsp:nvSpPr>
        <dsp:cNvPr id="0" name=""/>
        <dsp:cNvSpPr/>
      </dsp:nvSpPr>
      <dsp:spPr>
        <a:xfrm>
          <a:off x="425838" y="959167"/>
          <a:ext cx="455888" cy="45588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FF2D38-DA65-4893-B85E-E14656DBD99E}">
      <dsp:nvSpPr>
        <dsp:cNvPr id="0" name=""/>
        <dsp:cNvSpPr/>
      </dsp:nvSpPr>
      <dsp:spPr>
        <a:xfrm>
          <a:off x="2513" y="1831868"/>
          <a:ext cx="1302539" cy="5210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QA</a:t>
          </a:r>
        </a:p>
      </dsp:txBody>
      <dsp:txXfrm>
        <a:off x="2513" y="1831868"/>
        <a:ext cx="1302539" cy="521015"/>
      </dsp:txXfrm>
    </dsp:sp>
    <dsp:sp modelId="{553C4A5B-EF4D-4304-91EA-FE085CD0F479}">
      <dsp:nvSpPr>
        <dsp:cNvPr id="0" name=""/>
        <dsp:cNvSpPr/>
      </dsp:nvSpPr>
      <dsp:spPr>
        <a:xfrm>
          <a:off x="1786992" y="789837"/>
          <a:ext cx="794548" cy="794548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D2396C7-92FD-4783-891C-7824E830FE77}">
      <dsp:nvSpPr>
        <dsp:cNvPr id="0" name=""/>
        <dsp:cNvSpPr/>
      </dsp:nvSpPr>
      <dsp:spPr>
        <a:xfrm>
          <a:off x="1956322" y="959167"/>
          <a:ext cx="455888" cy="45588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E39639-62EF-4B97-BB8C-E22F6C3E1EE6}">
      <dsp:nvSpPr>
        <dsp:cNvPr id="0" name=""/>
        <dsp:cNvSpPr/>
      </dsp:nvSpPr>
      <dsp:spPr>
        <a:xfrm>
          <a:off x="1532997" y="1831868"/>
          <a:ext cx="1302539" cy="5210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Wikipedia Search</a:t>
          </a:r>
        </a:p>
      </dsp:txBody>
      <dsp:txXfrm>
        <a:off x="1532997" y="1831868"/>
        <a:ext cx="1302539" cy="521015"/>
      </dsp:txXfrm>
    </dsp:sp>
    <dsp:sp modelId="{DF385983-124D-40B6-B9F4-950D9F32B28B}">
      <dsp:nvSpPr>
        <dsp:cNvPr id="0" name=""/>
        <dsp:cNvSpPr/>
      </dsp:nvSpPr>
      <dsp:spPr>
        <a:xfrm>
          <a:off x="3317475" y="789837"/>
          <a:ext cx="794548" cy="794548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3779AA4-1B78-40B8-94CA-339AA5EC103D}">
      <dsp:nvSpPr>
        <dsp:cNvPr id="0" name=""/>
        <dsp:cNvSpPr/>
      </dsp:nvSpPr>
      <dsp:spPr>
        <a:xfrm>
          <a:off x="3486805" y="959167"/>
          <a:ext cx="455888" cy="45588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62EE56-DB23-4DAD-89E3-092CE55E4B3E}">
      <dsp:nvSpPr>
        <dsp:cNvPr id="0" name=""/>
        <dsp:cNvSpPr/>
      </dsp:nvSpPr>
      <dsp:spPr>
        <a:xfrm>
          <a:off x="3063480" y="1831868"/>
          <a:ext cx="1302539" cy="5210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Calculator</a:t>
          </a:r>
        </a:p>
      </dsp:txBody>
      <dsp:txXfrm>
        <a:off x="3063480" y="1831868"/>
        <a:ext cx="1302539" cy="521015"/>
      </dsp:txXfrm>
    </dsp:sp>
    <dsp:sp modelId="{449C67C3-3172-4083-9276-8BA434199F2A}">
      <dsp:nvSpPr>
        <dsp:cNvPr id="0" name=""/>
        <dsp:cNvSpPr/>
      </dsp:nvSpPr>
      <dsp:spPr>
        <a:xfrm>
          <a:off x="4847958" y="789837"/>
          <a:ext cx="794548" cy="794548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74EE679-4CD4-4B90-8EED-BD1863470F97}">
      <dsp:nvSpPr>
        <dsp:cNvPr id="0" name=""/>
        <dsp:cNvSpPr/>
      </dsp:nvSpPr>
      <dsp:spPr>
        <a:xfrm>
          <a:off x="5017289" y="959167"/>
          <a:ext cx="455888" cy="45588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B7B697-2EBB-444A-AB16-A92A872B01E0}">
      <dsp:nvSpPr>
        <dsp:cNvPr id="0" name=""/>
        <dsp:cNvSpPr/>
      </dsp:nvSpPr>
      <dsp:spPr>
        <a:xfrm>
          <a:off x="4593963" y="1831868"/>
          <a:ext cx="1302539" cy="5210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Calendar</a:t>
          </a:r>
        </a:p>
      </dsp:txBody>
      <dsp:txXfrm>
        <a:off x="4593963" y="1831868"/>
        <a:ext cx="1302539" cy="521015"/>
      </dsp:txXfrm>
    </dsp:sp>
    <dsp:sp modelId="{837DDBC4-C857-4A5A-A542-D361B10A35FF}">
      <dsp:nvSpPr>
        <dsp:cNvPr id="0" name=""/>
        <dsp:cNvSpPr/>
      </dsp:nvSpPr>
      <dsp:spPr>
        <a:xfrm>
          <a:off x="6378442" y="789837"/>
          <a:ext cx="794548" cy="794548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C712457-292A-4E46-B75F-8E4FBAAF24CB}">
      <dsp:nvSpPr>
        <dsp:cNvPr id="0" name=""/>
        <dsp:cNvSpPr/>
      </dsp:nvSpPr>
      <dsp:spPr>
        <a:xfrm>
          <a:off x="6547772" y="959167"/>
          <a:ext cx="455888" cy="455888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23EB1F-ADA4-410D-A858-DBEC02DFB6C0}">
      <dsp:nvSpPr>
        <dsp:cNvPr id="0" name=""/>
        <dsp:cNvSpPr/>
      </dsp:nvSpPr>
      <dsp:spPr>
        <a:xfrm>
          <a:off x="6124447" y="1831868"/>
          <a:ext cx="1302539" cy="5210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Machine Translation</a:t>
          </a:r>
        </a:p>
      </dsp:txBody>
      <dsp:txXfrm>
        <a:off x="6124447" y="1831868"/>
        <a:ext cx="1302539" cy="52101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BDE54BE-44D7-4631-84AA-E902EA580B8B}">
      <dsp:nvSpPr>
        <dsp:cNvPr id="0" name=""/>
        <dsp:cNvSpPr/>
      </dsp:nvSpPr>
      <dsp:spPr>
        <a:xfrm>
          <a:off x="580" y="360411"/>
          <a:ext cx="2350740" cy="2820888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32201" tIns="0" rIns="232201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Generate tool calls</a:t>
          </a:r>
        </a:p>
      </dsp:txBody>
      <dsp:txXfrm>
        <a:off x="580" y="1488767"/>
        <a:ext cx="2350740" cy="1692532"/>
      </dsp:txXfrm>
    </dsp:sp>
    <dsp:sp modelId="{B5DFDD83-6E2A-43EF-91F0-E2C19F932BE6}">
      <dsp:nvSpPr>
        <dsp:cNvPr id="0" name=""/>
        <dsp:cNvSpPr/>
      </dsp:nvSpPr>
      <dsp:spPr>
        <a:xfrm>
          <a:off x="580" y="360411"/>
          <a:ext cx="2350740" cy="1128355"/>
        </a:xfrm>
        <a:prstGeom prst="rect">
          <a:avLst/>
        </a:prstGeom>
        <a:noFill/>
        <a:ln w="15875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32201" tIns="165100" rIns="232201" bIns="165100" numCol="1" spcCol="1270" anchor="ctr" anchorCtr="0">
          <a:noAutofit/>
        </a:bodyPr>
        <a:lstStyle/>
        <a:p>
          <a:pPr marL="0" lvl="0" indent="0" algn="l" defTabSz="2844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400" kern="1200"/>
            <a:t>01</a:t>
          </a:r>
        </a:p>
      </dsp:txBody>
      <dsp:txXfrm>
        <a:off x="580" y="360411"/>
        <a:ext cx="2350740" cy="1128355"/>
      </dsp:txXfrm>
    </dsp:sp>
    <dsp:sp modelId="{2CE674DC-189A-4F76-A807-10CF0121DADB}">
      <dsp:nvSpPr>
        <dsp:cNvPr id="0" name=""/>
        <dsp:cNvSpPr/>
      </dsp:nvSpPr>
      <dsp:spPr>
        <a:xfrm>
          <a:off x="2539379" y="360411"/>
          <a:ext cx="2350740" cy="2820888"/>
        </a:xfrm>
        <a:prstGeom prst="rect">
          <a:avLst/>
        </a:prstGeom>
        <a:solidFill>
          <a:schemeClr val="accent2">
            <a:hueOff val="-734515"/>
            <a:satOff val="-16247"/>
            <a:lumOff val="-3235"/>
            <a:alphaOff val="0"/>
          </a:schemeClr>
        </a:solidFill>
        <a:ln w="15875" cap="flat" cmpd="sng" algn="ctr">
          <a:solidFill>
            <a:schemeClr val="accent2">
              <a:hueOff val="-734515"/>
              <a:satOff val="-16247"/>
              <a:lumOff val="-323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32201" tIns="0" rIns="232201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Execute tools</a:t>
          </a:r>
        </a:p>
      </dsp:txBody>
      <dsp:txXfrm>
        <a:off x="2539379" y="1488767"/>
        <a:ext cx="2350740" cy="1692532"/>
      </dsp:txXfrm>
    </dsp:sp>
    <dsp:sp modelId="{7350E004-0722-464E-86C9-7D1782CABB38}">
      <dsp:nvSpPr>
        <dsp:cNvPr id="0" name=""/>
        <dsp:cNvSpPr/>
      </dsp:nvSpPr>
      <dsp:spPr>
        <a:xfrm>
          <a:off x="2539379" y="360411"/>
          <a:ext cx="2350740" cy="1128355"/>
        </a:xfrm>
        <a:prstGeom prst="rect">
          <a:avLst/>
        </a:prstGeom>
        <a:noFill/>
        <a:ln w="15875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32201" tIns="165100" rIns="232201" bIns="165100" numCol="1" spcCol="1270" anchor="ctr" anchorCtr="0">
          <a:noAutofit/>
        </a:bodyPr>
        <a:lstStyle/>
        <a:p>
          <a:pPr marL="0" lvl="0" indent="0" algn="l" defTabSz="2844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400" kern="1200"/>
            <a:t>02</a:t>
          </a:r>
        </a:p>
      </dsp:txBody>
      <dsp:txXfrm>
        <a:off x="2539379" y="360411"/>
        <a:ext cx="2350740" cy="1128355"/>
      </dsp:txXfrm>
    </dsp:sp>
    <dsp:sp modelId="{FA7AD1CD-DA07-4AFB-A524-96A519EC4234}">
      <dsp:nvSpPr>
        <dsp:cNvPr id="0" name=""/>
        <dsp:cNvSpPr/>
      </dsp:nvSpPr>
      <dsp:spPr>
        <a:xfrm>
          <a:off x="5078179" y="360411"/>
          <a:ext cx="2350740" cy="2820888"/>
        </a:xfrm>
        <a:prstGeom prst="rect">
          <a:avLst/>
        </a:prstGeom>
        <a:solidFill>
          <a:schemeClr val="accent2">
            <a:hueOff val="-1469031"/>
            <a:satOff val="-32495"/>
            <a:lumOff val="-6470"/>
            <a:alphaOff val="0"/>
          </a:schemeClr>
        </a:solidFill>
        <a:ln w="15875" cap="flat" cmpd="sng" algn="ctr">
          <a:solidFill>
            <a:schemeClr val="accent2">
              <a:hueOff val="-1469031"/>
              <a:satOff val="-32495"/>
              <a:lumOff val="-647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32201" tIns="0" rIns="232201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Filter useful ones</a:t>
          </a:r>
        </a:p>
      </dsp:txBody>
      <dsp:txXfrm>
        <a:off x="5078179" y="1488767"/>
        <a:ext cx="2350740" cy="1692532"/>
      </dsp:txXfrm>
    </dsp:sp>
    <dsp:sp modelId="{B59E6388-1C04-4495-B4BD-3EE8E1EFBA53}">
      <dsp:nvSpPr>
        <dsp:cNvPr id="0" name=""/>
        <dsp:cNvSpPr/>
      </dsp:nvSpPr>
      <dsp:spPr>
        <a:xfrm>
          <a:off x="5078179" y="360411"/>
          <a:ext cx="2350740" cy="1128355"/>
        </a:xfrm>
        <a:prstGeom prst="rect">
          <a:avLst/>
        </a:prstGeom>
        <a:noFill/>
        <a:ln w="15875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32201" tIns="165100" rIns="232201" bIns="165100" numCol="1" spcCol="1270" anchor="ctr" anchorCtr="0">
          <a:noAutofit/>
        </a:bodyPr>
        <a:lstStyle/>
        <a:p>
          <a:pPr marL="0" lvl="0" indent="0" algn="l" defTabSz="2844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400" kern="1200"/>
            <a:t>03</a:t>
          </a:r>
        </a:p>
      </dsp:txBody>
      <dsp:txXfrm>
        <a:off x="5078179" y="360411"/>
        <a:ext cx="2350740" cy="112835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DED6D15-1F46-4B2C-878F-D32914DD388E}">
      <dsp:nvSpPr>
        <dsp:cNvPr id="0" name=""/>
        <dsp:cNvSpPr/>
      </dsp:nvSpPr>
      <dsp:spPr>
        <a:xfrm>
          <a:off x="972562" y="254399"/>
          <a:ext cx="1518750" cy="151875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D90AB9-B37D-4616-AE9B-C06D7C8F9733}">
      <dsp:nvSpPr>
        <dsp:cNvPr id="0" name=""/>
        <dsp:cNvSpPr/>
      </dsp:nvSpPr>
      <dsp:spPr>
        <a:xfrm>
          <a:off x="44437" y="2168321"/>
          <a:ext cx="3375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GPT-J trained on augmented data</a:t>
          </a:r>
        </a:p>
      </dsp:txBody>
      <dsp:txXfrm>
        <a:off x="44437" y="2168321"/>
        <a:ext cx="3375000" cy="720000"/>
      </dsp:txXfrm>
    </dsp:sp>
    <dsp:sp modelId="{A29B3973-86EA-44D0-9D24-BEF44881BCA1}">
      <dsp:nvSpPr>
        <dsp:cNvPr id="0" name=""/>
        <dsp:cNvSpPr/>
      </dsp:nvSpPr>
      <dsp:spPr>
        <a:xfrm>
          <a:off x="4938187" y="254399"/>
          <a:ext cx="1518750" cy="151875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6428FE-FB3A-460E-9F25-8F635169A178}">
      <dsp:nvSpPr>
        <dsp:cNvPr id="0" name=""/>
        <dsp:cNvSpPr/>
      </dsp:nvSpPr>
      <dsp:spPr>
        <a:xfrm>
          <a:off x="4010062" y="2168321"/>
          <a:ext cx="3375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Language ability preserved</a:t>
          </a:r>
        </a:p>
      </dsp:txBody>
      <dsp:txXfrm>
        <a:off x="4010062" y="2168321"/>
        <a:ext cx="3375000" cy="72000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64F6681-B052-44C8-B7D5-747F81C656CB}">
      <dsp:nvSpPr>
        <dsp:cNvPr id="0" name=""/>
        <dsp:cNvSpPr/>
      </dsp:nvSpPr>
      <dsp:spPr>
        <a:xfrm>
          <a:off x="0" y="3324"/>
          <a:ext cx="5019561" cy="70806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3789A87-A70D-4BEB-AC1A-7756875F40D6}">
      <dsp:nvSpPr>
        <dsp:cNvPr id="0" name=""/>
        <dsp:cNvSpPr/>
      </dsp:nvSpPr>
      <dsp:spPr>
        <a:xfrm>
          <a:off x="214188" y="162638"/>
          <a:ext cx="389434" cy="38943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9754D7-2789-4524-A926-B2BAC19F36EB}">
      <dsp:nvSpPr>
        <dsp:cNvPr id="0" name=""/>
        <dsp:cNvSpPr/>
      </dsp:nvSpPr>
      <dsp:spPr>
        <a:xfrm>
          <a:off x="817812" y="3324"/>
          <a:ext cx="4201748" cy="7080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937" tIns="74937" rIns="74937" bIns="7493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Facts</a:t>
          </a:r>
        </a:p>
      </dsp:txBody>
      <dsp:txXfrm>
        <a:off x="817812" y="3324"/>
        <a:ext cx="4201748" cy="708062"/>
      </dsp:txXfrm>
    </dsp:sp>
    <dsp:sp modelId="{D48AB7F2-3689-43EC-A9B4-C34915CD1FD2}">
      <dsp:nvSpPr>
        <dsp:cNvPr id="0" name=""/>
        <dsp:cNvSpPr/>
      </dsp:nvSpPr>
      <dsp:spPr>
        <a:xfrm>
          <a:off x="0" y="888402"/>
          <a:ext cx="5019561" cy="70806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94C790A-A9FD-452F-B09F-B3786E6A9DFA}">
      <dsp:nvSpPr>
        <dsp:cNvPr id="0" name=""/>
        <dsp:cNvSpPr/>
      </dsp:nvSpPr>
      <dsp:spPr>
        <a:xfrm>
          <a:off x="214188" y="1047716"/>
          <a:ext cx="389434" cy="38943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DF6061-6ED1-49EF-B9B3-F8FFBC5E1774}">
      <dsp:nvSpPr>
        <dsp:cNvPr id="0" name=""/>
        <dsp:cNvSpPr/>
      </dsp:nvSpPr>
      <dsp:spPr>
        <a:xfrm>
          <a:off x="817812" y="888402"/>
          <a:ext cx="4201748" cy="7080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937" tIns="74937" rIns="74937" bIns="7493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QA</a:t>
          </a:r>
        </a:p>
      </dsp:txBody>
      <dsp:txXfrm>
        <a:off x="817812" y="888402"/>
        <a:ext cx="4201748" cy="708062"/>
      </dsp:txXfrm>
    </dsp:sp>
    <dsp:sp modelId="{B01BF6B3-415A-402C-9AAB-B783629F033A}">
      <dsp:nvSpPr>
        <dsp:cNvPr id="0" name=""/>
        <dsp:cNvSpPr/>
      </dsp:nvSpPr>
      <dsp:spPr>
        <a:xfrm>
          <a:off x="0" y="1773480"/>
          <a:ext cx="5019561" cy="70806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41D521A-DBED-4B3A-8AED-4E79999B7AB9}">
      <dsp:nvSpPr>
        <dsp:cNvPr id="0" name=""/>
        <dsp:cNvSpPr/>
      </dsp:nvSpPr>
      <dsp:spPr>
        <a:xfrm>
          <a:off x="214188" y="1932794"/>
          <a:ext cx="389434" cy="38943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22C20A-671D-4A0F-9B95-D4F63B73979A}">
      <dsp:nvSpPr>
        <dsp:cNvPr id="0" name=""/>
        <dsp:cNvSpPr/>
      </dsp:nvSpPr>
      <dsp:spPr>
        <a:xfrm>
          <a:off x="817812" y="1773480"/>
          <a:ext cx="4201748" cy="7080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937" tIns="74937" rIns="74937" bIns="7493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Math</a:t>
          </a:r>
        </a:p>
      </dsp:txBody>
      <dsp:txXfrm>
        <a:off x="817812" y="1773480"/>
        <a:ext cx="4201748" cy="708062"/>
      </dsp:txXfrm>
    </dsp:sp>
    <dsp:sp modelId="{49814DFC-D363-44E9-9893-DB3380C4842A}">
      <dsp:nvSpPr>
        <dsp:cNvPr id="0" name=""/>
        <dsp:cNvSpPr/>
      </dsp:nvSpPr>
      <dsp:spPr>
        <a:xfrm>
          <a:off x="0" y="2658558"/>
          <a:ext cx="5019561" cy="70806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B29741F-77C9-42BE-9F7A-5619CD8BFFC8}">
      <dsp:nvSpPr>
        <dsp:cNvPr id="0" name=""/>
        <dsp:cNvSpPr/>
      </dsp:nvSpPr>
      <dsp:spPr>
        <a:xfrm>
          <a:off x="214188" y="2817873"/>
          <a:ext cx="389434" cy="38943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980E63-3376-4C48-BDF6-D2D1AAA78365}">
      <dsp:nvSpPr>
        <dsp:cNvPr id="0" name=""/>
        <dsp:cNvSpPr/>
      </dsp:nvSpPr>
      <dsp:spPr>
        <a:xfrm>
          <a:off x="817812" y="2658558"/>
          <a:ext cx="4201748" cy="7080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937" tIns="74937" rIns="74937" bIns="7493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Multilingual</a:t>
          </a:r>
        </a:p>
      </dsp:txBody>
      <dsp:txXfrm>
        <a:off x="817812" y="2658558"/>
        <a:ext cx="4201748" cy="708062"/>
      </dsp:txXfrm>
    </dsp:sp>
    <dsp:sp modelId="{7A896241-596C-47C3-8F50-121B3450ADEC}">
      <dsp:nvSpPr>
        <dsp:cNvPr id="0" name=""/>
        <dsp:cNvSpPr/>
      </dsp:nvSpPr>
      <dsp:spPr>
        <a:xfrm>
          <a:off x="0" y="3543637"/>
          <a:ext cx="5019561" cy="70806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893E76E-F417-40B5-AF62-8C6DB397C18A}">
      <dsp:nvSpPr>
        <dsp:cNvPr id="0" name=""/>
        <dsp:cNvSpPr/>
      </dsp:nvSpPr>
      <dsp:spPr>
        <a:xfrm>
          <a:off x="214188" y="3702951"/>
          <a:ext cx="389434" cy="389434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05D814-961D-430A-BD49-74CAA242F1C0}">
      <dsp:nvSpPr>
        <dsp:cNvPr id="0" name=""/>
        <dsp:cNvSpPr/>
      </dsp:nvSpPr>
      <dsp:spPr>
        <a:xfrm>
          <a:off x="817812" y="3543637"/>
          <a:ext cx="4201748" cy="7080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937" tIns="74937" rIns="74937" bIns="7493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Temporal</a:t>
          </a:r>
        </a:p>
      </dsp:txBody>
      <dsp:txXfrm>
        <a:off x="817812" y="3543637"/>
        <a:ext cx="4201748" cy="70806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972571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705095-131D-98EE-2AEB-E527453AD6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CF372C-385F-C52B-FCAE-A0F6853EEE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E9939E-A359-8021-7739-EB7A7CB9F9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5D9B64-5567-9CC4-F586-0CDBFAC782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26254574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6" name="Group 65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67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68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9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0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71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2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3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4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5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6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7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8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9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0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1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2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3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4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5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6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7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8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9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0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1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2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3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4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5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96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7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8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9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0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1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2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3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4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5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6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7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08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9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0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1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2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3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4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5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6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7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8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9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0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0238" y="1122363"/>
            <a:ext cx="6593681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00238" y="3602038"/>
            <a:ext cx="6593681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801052" y="5410202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00237" y="5410202"/>
            <a:ext cx="384366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15603" y="5410200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5906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8" name="Content Placeholder 2"/>
          <p:cNvSpPr>
            <a:spLocks noGrp="1"/>
          </p:cNvSpPr>
          <p:nvPr>
            <p:ph idx="1"/>
          </p:nvPr>
        </p:nvSpPr>
        <p:spPr>
          <a:xfrm>
            <a:off x="856060" y="2249487"/>
            <a:ext cx="742949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9" name="Date Placeholder 3"/>
          <p:cNvSpPr>
            <a:spLocks noGrp="1"/>
          </p:cNvSpPr>
          <p:nvPr>
            <p:ph type="dt" sz="half" idx="10"/>
          </p:nvPr>
        </p:nvSpPr>
        <p:spPr>
          <a:xfrm>
            <a:off x="5592691" y="5883277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56059" y="5883276"/>
            <a:ext cx="467948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07241" y="5883275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720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1419227"/>
            <a:ext cx="74295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4424362"/>
            <a:ext cx="74295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79505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6058" y="2249486"/>
            <a:ext cx="3658792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2249486"/>
            <a:ext cx="3656408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7029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619127"/>
            <a:ext cx="74295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8902" y="2249486"/>
            <a:ext cx="3435949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6058" y="3073398"/>
            <a:ext cx="3658793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1992" y="2249485"/>
            <a:ext cx="3433565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3073398"/>
            <a:ext cx="3656408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5612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9526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6375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029" y="609601"/>
            <a:ext cx="2892028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150" y="592666"/>
            <a:ext cx="4418407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029" y="2249486"/>
            <a:ext cx="2892028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619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1" y="609600"/>
            <a:ext cx="3753962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32866" y="609600"/>
            <a:ext cx="3452693" cy="5181602"/>
          </a:xfrm>
          <a:prstGeom prst="round2DiagRect">
            <a:avLst>
              <a:gd name="adj1" fmla="val 6074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9" y="2249486"/>
            <a:ext cx="3753964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7961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4304665"/>
            <a:ext cx="7434266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56058" y="606426"/>
            <a:ext cx="7434266" cy="3299778"/>
          </a:xfrm>
          <a:prstGeom prst="round2DiagRect">
            <a:avLst>
              <a:gd name="adj1" fmla="val 5101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4" y="5124020"/>
            <a:ext cx="7433144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3452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93" y="609600"/>
            <a:ext cx="7429466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419600"/>
            <a:ext cx="7428344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0519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365557"/>
            <a:ext cx="6564224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309919"/>
            <a:ext cx="74295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696579" y="718458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17473" y="276497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921005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2134042"/>
            <a:ext cx="74295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3" y="4657655"/>
            <a:ext cx="7428379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871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56060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856058" y="2674463"/>
            <a:ext cx="2397674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856059" y="3360263"/>
            <a:ext cx="2396432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6075" y="2677635"/>
            <a:ext cx="238828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86075" y="3363435"/>
            <a:ext cx="238895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332" y="2674463"/>
            <a:ext cx="2396226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89332" y="3360263"/>
            <a:ext cx="2396226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5398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56059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856060" y="4404596"/>
            <a:ext cx="239643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56060" y="2666998"/>
            <a:ext cx="239643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856060" y="4980859"/>
            <a:ext cx="239643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66790" y="4404596"/>
            <a:ext cx="24003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66790" y="2666998"/>
            <a:ext cx="2399205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65695" y="4980857"/>
            <a:ext cx="24003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426" y="4404595"/>
            <a:ext cx="2393056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89332" y="2666998"/>
            <a:ext cx="2396227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89332" y="4980855"/>
            <a:ext cx="2396226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1018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9532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1" y="609600"/>
            <a:ext cx="1503758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6057" y="609600"/>
            <a:ext cx="5811443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4206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9041774" cy="6858001"/>
            <a:chOff x="-14288" y="0"/>
            <a:chExt cx="9041774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8352798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60" y="2249487"/>
            <a:ext cx="74294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92691" y="5883277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56059" y="5883276"/>
            <a:ext cx="46794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07241" y="5883275"/>
            <a:ext cx="5783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50048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  <p:sldLayoutId id="2147483702" r:id="rId13"/>
    <p:sldLayoutId id="2147483703" r:id="rId14"/>
    <p:sldLayoutId id="2147483704" r:id="rId15"/>
    <p:sldLayoutId id="2147483705" r:id="rId16"/>
    <p:sldLayoutId id="2147483706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1.jpeg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image" Target="../media/image1.jpeg"/><Relationship Id="rId7" Type="http://schemas.openxmlformats.org/officeDocument/2006/relationships/diagramColors" Target="../diagrams/colors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jpe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.xml"/><Relationship Id="rId3" Type="http://schemas.openxmlformats.org/officeDocument/2006/relationships/image" Target="../media/image1.jpeg"/><Relationship Id="rId7" Type="http://schemas.openxmlformats.org/officeDocument/2006/relationships/diagramColors" Target="../diagrams/colors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4.xml"/><Relationship Id="rId5" Type="http://schemas.openxmlformats.org/officeDocument/2006/relationships/diagramLayout" Target="../diagrams/layout4.xml"/><Relationship Id="rId4" Type="http://schemas.openxmlformats.org/officeDocument/2006/relationships/diagramData" Target="../diagrams/data4.xml"/></Relationships>
</file>

<file path=ppt/slides/_rels/slide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5.xml"/><Relationship Id="rId3" Type="http://schemas.openxmlformats.org/officeDocument/2006/relationships/image" Target="../media/image1.jpeg"/><Relationship Id="rId7" Type="http://schemas.openxmlformats.org/officeDocument/2006/relationships/diagramColors" Target="../diagrams/colors5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5.xml"/><Relationship Id="rId5" Type="http://schemas.openxmlformats.org/officeDocument/2006/relationships/diagramLayout" Target="../diagrams/layout5.xml"/><Relationship Id="rId4" Type="http://schemas.openxmlformats.org/officeDocument/2006/relationships/diagramData" Target="../diagrams/data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jpe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8" Type="http://schemas.microsoft.com/office/2007/relationships/diagramDrawing" Target="../diagrams/drawing6.xml"/><Relationship Id="rId3" Type="http://schemas.openxmlformats.org/officeDocument/2006/relationships/image" Target="../media/image1.jpeg"/><Relationship Id="rId7" Type="http://schemas.openxmlformats.org/officeDocument/2006/relationships/diagramColors" Target="../diagrams/colors6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6.xml"/><Relationship Id="rId5" Type="http://schemas.openxmlformats.org/officeDocument/2006/relationships/diagramLayout" Target="../diagrams/layout6.xml"/><Relationship Id="rId4" Type="http://schemas.openxmlformats.org/officeDocument/2006/relationships/diagramData" Target="../diagrams/data6.xml"/></Relationships>
</file>

<file path=ppt/slides/_rels/slide1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7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7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7.xml"/><Relationship Id="rId5" Type="http://schemas.openxmlformats.org/officeDocument/2006/relationships/diagramLayout" Target="../diagrams/layout7.xml"/><Relationship Id="rId4" Type="http://schemas.openxmlformats.org/officeDocument/2006/relationships/diagramData" Target="../diagrams/data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jpe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jpe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Toolformer: Language Models Can Teach Themselves to Use Tools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BB95476-059D-8EAA-A052-101E6F09CBC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55663" y="2249488"/>
          <a:ext cx="7429500" cy="35417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9" y="618518"/>
            <a:ext cx="7429499" cy="1478570"/>
          </a:xfrm>
        </p:spPr>
        <p:txBody>
          <a:bodyPr>
            <a:normAutofit/>
          </a:bodyPr>
          <a:lstStyle/>
          <a:p>
            <a:r>
              <a:t>Why This Paper Exists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9766475-A47E-E48E-D524-F897B4F4A90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11587887"/>
              </p:ext>
            </p:extLst>
          </p:nvPr>
        </p:nvGraphicFramePr>
        <p:xfrm>
          <a:off x="856059" y="2418820"/>
          <a:ext cx="7429500" cy="31427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9" y="618518"/>
            <a:ext cx="7429499" cy="1478570"/>
          </a:xfrm>
        </p:spPr>
        <p:txBody>
          <a:bodyPr>
            <a:normAutofit/>
          </a:bodyPr>
          <a:lstStyle/>
          <a:p>
            <a:r>
              <a:t>Core Problem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468652C-E480-62F6-9BD9-84D1F7FEF87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77367377"/>
              </p:ext>
            </p:extLst>
          </p:nvPr>
        </p:nvGraphicFramePr>
        <p:xfrm>
          <a:off x="856059" y="2418820"/>
          <a:ext cx="7429500" cy="31427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>
            <a:extLst>
              <a:ext uri="{FF2B5EF4-FFF2-40B4-BE49-F238E27FC236}">
                <a16:creationId xmlns:a16="http://schemas.microsoft.com/office/drawing/2014/main" id="{50C065C3-0FE3-4452-B765-CB05BBB2A9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p14="http://schemas.microsoft.com/office/powerpoint/2010/main" xmlns:a14="http://schemas.microsoft.com/office/drawing/2010/main" xmlns:a16="http://schemas.microsoft.com/office/drawing/2014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9795E515-5F57-431F-9A0D-3A0419DF75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0"/>
            <a:ext cx="1728807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>
              <a:extLst>
                <a:ext uri="{FF2B5EF4-FFF2-40B4-BE49-F238E27FC236}">
                  <a16:creationId xmlns:a16="http://schemas.microsoft.com/office/drawing/2014/main" id="{D45BCBFE-0478-4767-BF2E-FC2C548BA6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E903928F-F6DA-470C-81A0-CF7D9DE034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ADA095F6-E326-4450-A2D6-DB2BF989B8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Rectangle 8">
              <a:extLst>
                <a:ext uri="{FF2B5EF4-FFF2-40B4-BE49-F238E27FC236}">
                  <a16:creationId xmlns:a16="http://schemas.microsoft.com/office/drawing/2014/main" id="{6B067F9A-FDF2-49EC-B4FF-CD4B90F789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9">
              <a:extLst>
                <a:ext uri="{FF2B5EF4-FFF2-40B4-BE49-F238E27FC236}">
                  <a16:creationId xmlns:a16="http://schemas.microsoft.com/office/drawing/2014/main" id="{F1331213-D19D-49FC-8616-168A14565A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0">
              <a:extLst>
                <a:ext uri="{FF2B5EF4-FFF2-40B4-BE49-F238E27FC236}">
                  <a16:creationId xmlns:a16="http://schemas.microsoft.com/office/drawing/2014/main" id="{2ADFE242-96FC-4A14-8C59-90CD6DE1D9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1">
              <a:extLst>
                <a:ext uri="{FF2B5EF4-FFF2-40B4-BE49-F238E27FC236}">
                  <a16:creationId xmlns:a16="http://schemas.microsoft.com/office/drawing/2014/main" id="{6A97B7BC-40BD-494B-9C6B-AF3045559A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2">
              <a:extLst>
                <a:ext uri="{FF2B5EF4-FFF2-40B4-BE49-F238E27FC236}">
                  <a16:creationId xmlns:a16="http://schemas.microsoft.com/office/drawing/2014/main" id="{3D7F35CF-F44C-491F-904D-A31ED83213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3">
              <a:extLst>
                <a:ext uri="{FF2B5EF4-FFF2-40B4-BE49-F238E27FC236}">
                  <a16:creationId xmlns:a16="http://schemas.microsoft.com/office/drawing/2014/main" id="{84D9BF7E-18C2-452C-B139-4ED58D7A03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4">
              <a:extLst>
                <a:ext uri="{FF2B5EF4-FFF2-40B4-BE49-F238E27FC236}">
                  <a16:creationId xmlns:a16="http://schemas.microsoft.com/office/drawing/2014/main" id="{700A6223-AD38-426F-A6FE-7926CAEF31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5">
              <a:extLst>
                <a:ext uri="{FF2B5EF4-FFF2-40B4-BE49-F238E27FC236}">
                  <a16:creationId xmlns:a16="http://schemas.microsoft.com/office/drawing/2014/main" id="{D172AA94-449F-45EB-94E6-67C186C32D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6">
              <a:extLst>
                <a:ext uri="{FF2B5EF4-FFF2-40B4-BE49-F238E27FC236}">
                  <a16:creationId xmlns:a16="http://schemas.microsoft.com/office/drawing/2014/main" id="{A7D4F697-8937-4F4C-83C5-770B3FCB82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7">
              <a:extLst>
                <a:ext uri="{FF2B5EF4-FFF2-40B4-BE49-F238E27FC236}">
                  <a16:creationId xmlns:a16="http://schemas.microsoft.com/office/drawing/2014/main" id="{10AF1D59-5117-4D47-8414-4BB61F944B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8">
              <a:extLst>
                <a:ext uri="{FF2B5EF4-FFF2-40B4-BE49-F238E27FC236}">
                  <a16:creationId xmlns:a16="http://schemas.microsoft.com/office/drawing/2014/main" id="{2387DC33-88B3-4718-8C94-41659EA33A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9">
              <a:extLst>
                <a:ext uri="{FF2B5EF4-FFF2-40B4-BE49-F238E27FC236}">
                  <a16:creationId xmlns:a16="http://schemas.microsoft.com/office/drawing/2014/main" id="{D4E7EC64-4763-4F04-B2E4-E400364D72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0">
              <a:extLst>
                <a:ext uri="{FF2B5EF4-FFF2-40B4-BE49-F238E27FC236}">
                  <a16:creationId xmlns:a16="http://schemas.microsoft.com/office/drawing/2014/main" id="{581717DF-9FD4-47CB-9579-E34DF7E875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1">
              <a:extLst>
                <a:ext uri="{FF2B5EF4-FFF2-40B4-BE49-F238E27FC236}">
                  <a16:creationId xmlns:a16="http://schemas.microsoft.com/office/drawing/2014/main" id="{BCD8EF50-6E58-4B2D-90B6-AFF236A73B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2">
              <a:extLst>
                <a:ext uri="{FF2B5EF4-FFF2-40B4-BE49-F238E27FC236}">
                  <a16:creationId xmlns:a16="http://schemas.microsoft.com/office/drawing/2014/main" id="{6524A268-142A-4CBF-BB8B-DC1FCBC8F7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3">
              <a:extLst>
                <a:ext uri="{FF2B5EF4-FFF2-40B4-BE49-F238E27FC236}">
                  <a16:creationId xmlns:a16="http://schemas.microsoft.com/office/drawing/2014/main" id="{56A0E6F3-B76B-4813-B44B-56CE11A8A0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24">
              <a:extLst>
                <a:ext uri="{FF2B5EF4-FFF2-40B4-BE49-F238E27FC236}">
                  <a16:creationId xmlns:a16="http://schemas.microsoft.com/office/drawing/2014/main" id="{A74CED8D-B902-4B76-9CC8-30A09B2FA1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25">
              <a:extLst>
                <a:ext uri="{FF2B5EF4-FFF2-40B4-BE49-F238E27FC236}">
                  <a16:creationId xmlns:a16="http://schemas.microsoft.com/office/drawing/2014/main" id="{ED007BD7-ED56-4566-B1FF-707160024A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6">
              <a:extLst>
                <a:ext uri="{FF2B5EF4-FFF2-40B4-BE49-F238E27FC236}">
                  <a16:creationId xmlns:a16="http://schemas.microsoft.com/office/drawing/2014/main" id="{90AD48D2-5BC8-4C80-B126-B1A201242B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7">
              <a:extLst>
                <a:ext uri="{FF2B5EF4-FFF2-40B4-BE49-F238E27FC236}">
                  <a16:creationId xmlns:a16="http://schemas.microsoft.com/office/drawing/2014/main" id="{BE14C82F-9F35-4D61-B758-7BCE32DECB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8">
              <a:extLst>
                <a:ext uri="{FF2B5EF4-FFF2-40B4-BE49-F238E27FC236}">
                  <a16:creationId xmlns:a16="http://schemas.microsoft.com/office/drawing/2014/main" id="{6540CE06-9028-497A-AC64-CF0ED60A74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29">
              <a:extLst>
                <a:ext uri="{FF2B5EF4-FFF2-40B4-BE49-F238E27FC236}">
                  <a16:creationId xmlns:a16="http://schemas.microsoft.com/office/drawing/2014/main" id="{A4825B3B-52CD-4F08-BA02-6C2B0EFEDE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0">
              <a:extLst>
                <a:ext uri="{FF2B5EF4-FFF2-40B4-BE49-F238E27FC236}">
                  <a16:creationId xmlns:a16="http://schemas.microsoft.com/office/drawing/2014/main" id="{6877A5EF-B8B8-44D3-AA57-4BBF89206D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31">
              <a:extLst>
                <a:ext uri="{FF2B5EF4-FFF2-40B4-BE49-F238E27FC236}">
                  <a16:creationId xmlns:a16="http://schemas.microsoft.com/office/drawing/2014/main" id="{00BB365C-9180-4208-92CF-AB6A88848C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32">
              <a:extLst>
                <a:ext uri="{FF2B5EF4-FFF2-40B4-BE49-F238E27FC236}">
                  <a16:creationId xmlns:a16="http://schemas.microsoft.com/office/drawing/2014/main" id="{8D1134D2-53A6-41D5-AC1A-5254A2FBD0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Rectangle 33">
              <a:extLst>
                <a:ext uri="{FF2B5EF4-FFF2-40B4-BE49-F238E27FC236}">
                  <a16:creationId xmlns:a16="http://schemas.microsoft.com/office/drawing/2014/main" id="{24C7FA73-07CD-479A-9B9E-DAD4D3B2BF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34">
              <a:extLst>
                <a:ext uri="{FF2B5EF4-FFF2-40B4-BE49-F238E27FC236}">
                  <a16:creationId xmlns:a16="http://schemas.microsoft.com/office/drawing/2014/main" id="{AB24DF92-B081-4701-B58D-913261A00D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35">
              <a:extLst>
                <a:ext uri="{FF2B5EF4-FFF2-40B4-BE49-F238E27FC236}">
                  <a16:creationId xmlns:a16="http://schemas.microsoft.com/office/drawing/2014/main" id="{AB4DF275-6B82-4AA9-A7A9-138E631E30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36">
              <a:extLst>
                <a:ext uri="{FF2B5EF4-FFF2-40B4-BE49-F238E27FC236}">
                  <a16:creationId xmlns:a16="http://schemas.microsoft.com/office/drawing/2014/main" id="{972A3812-16AD-453E-B1E6-9F39894F79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37">
              <a:extLst>
                <a:ext uri="{FF2B5EF4-FFF2-40B4-BE49-F238E27FC236}">
                  <a16:creationId xmlns:a16="http://schemas.microsoft.com/office/drawing/2014/main" id="{8FB6759A-BAD8-4073-86A2-6DDD73DE2A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38">
              <a:extLst>
                <a:ext uri="{FF2B5EF4-FFF2-40B4-BE49-F238E27FC236}">
                  <a16:creationId xmlns:a16="http://schemas.microsoft.com/office/drawing/2014/main" id="{9FCCB0F4-1178-47C1-9EE2-234EA715C1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39">
              <a:extLst>
                <a:ext uri="{FF2B5EF4-FFF2-40B4-BE49-F238E27FC236}">
                  <a16:creationId xmlns:a16="http://schemas.microsoft.com/office/drawing/2014/main" id="{CB01BF0B-7EB0-4C18-80BE-20D2EAC048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40">
              <a:extLst>
                <a:ext uri="{FF2B5EF4-FFF2-40B4-BE49-F238E27FC236}">
                  <a16:creationId xmlns:a16="http://schemas.microsoft.com/office/drawing/2014/main" id="{3266E9DA-C937-48E0-8F98-90A467760F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41">
              <a:extLst>
                <a:ext uri="{FF2B5EF4-FFF2-40B4-BE49-F238E27FC236}">
                  <a16:creationId xmlns:a16="http://schemas.microsoft.com/office/drawing/2014/main" id="{A8A9C00D-0425-4E68-A1DE-BCE5BD6BBD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42">
              <a:extLst>
                <a:ext uri="{FF2B5EF4-FFF2-40B4-BE49-F238E27FC236}">
                  <a16:creationId xmlns:a16="http://schemas.microsoft.com/office/drawing/2014/main" id="{46230904-E744-4B55-84FF-826A6B737B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43">
              <a:extLst>
                <a:ext uri="{FF2B5EF4-FFF2-40B4-BE49-F238E27FC236}">
                  <a16:creationId xmlns:a16="http://schemas.microsoft.com/office/drawing/2014/main" id="{D4291668-8AF0-4784-BC06-870768F53F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Freeform 44">
              <a:extLst>
                <a:ext uri="{FF2B5EF4-FFF2-40B4-BE49-F238E27FC236}">
                  <a16:creationId xmlns:a16="http://schemas.microsoft.com/office/drawing/2014/main" id="{D917DCBD-774B-4AAF-92AE-D18289FFC4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Rectangle 45">
              <a:extLst>
                <a:ext uri="{FF2B5EF4-FFF2-40B4-BE49-F238E27FC236}">
                  <a16:creationId xmlns:a16="http://schemas.microsoft.com/office/drawing/2014/main" id="{9E50122E-0F19-4D65-9CB2-E22C3EA84A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46">
              <a:extLst>
                <a:ext uri="{FF2B5EF4-FFF2-40B4-BE49-F238E27FC236}">
                  <a16:creationId xmlns:a16="http://schemas.microsoft.com/office/drawing/2014/main" id="{BC28A765-6E8B-4352-BD0C-35474F70AC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Freeform 47">
              <a:extLst>
                <a:ext uri="{FF2B5EF4-FFF2-40B4-BE49-F238E27FC236}">
                  <a16:creationId xmlns:a16="http://schemas.microsoft.com/office/drawing/2014/main" id="{0AC30A17-F494-44EB-9817-1B8B255CE4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48">
              <a:extLst>
                <a:ext uri="{FF2B5EF4-FFF2-40B4-BE49-F238E27FC236}">
                  <a16:creationId xmlns:a16="http://schemas.microsoft.com/office/drawing/2014/main" id="{6088D59F-32BD-4932-9C22-9AA0FCDA74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Freeform 49">
              <a:extLst>
                <a:ext uri="{FF2B5EF4-FFF2-40B4-BE49-F238E27FC236}">
                  <a16:creationId xmlns:a16="http://schemas.microsoft.com/office/drawing/2014/main" id="{B18BBE45-5F21-47FA-B291-AC802D7155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Freeform 50">
              <a:extLst>
                <a:ext uri="{FF2B5EF4-FFF2-40B4-BE49-F238E27FC236}">
                  <a16:creationId xmlns:a16="http://schemas.microsoft.com/office/drawing/2014/main" id="{A1BD992D-1C4B-4E69-A627-A45D8958E0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Freeform 51">
              <a:extLst>
                <a:ext uri="{FF2B5EF4-FFF2-40B4-BE49-F238E27FC236}">
                  <a16:creationId xmlns:a16="http://schemas.microsoft.com/office/drawing/2014/main" id="{571C0498-7105-455E-8B0A-233F850F18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Freeform 52">
              <a:extLst>
                <a:ext uri="{FF2B5EF4-FFF2-40B4-BE49-F238E27FC236}">
                  <a16:creationId xmlns:a16="http://schemas.microsoft.com/office/drawing/2014/main" id="{F6FA78CC-C0B1-422F-B535-05580A9716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Freeform 53">
              <a:extLst>
                <a:ext uri="{FF2B5EF4-FFF2-40B4-BE49-F238E27FC236}">
                  <a16:creationId xmlns:a16="http://schemas.microsoft.com/office/drawing/2014/main" id="{49A1BACF-EE5E-46F8-8968-D4CF18BC01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Freeform 54">
              <a:extLst>
                <a:ext uri="{FF2B5EF4-FFF2-40B4-BE49-F238E27FC236}">
                  <a16:creationId xmlns:a16="http://schemas.microsoft.com/office/drawing/2014/main" id="{0AF8DFAF-8AF7-453E-AED7-89E59FBD7D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Freeform 55">
              <a:extLst>
                <a:ext uri="{FF2B5EF4-FFF2-40B4-BE49-F238E27FC236}">
                  <a16:creationId xmlns:a16="http://schemas.microsoft.com/office/drawing/2014/main" id="{F8C26D97-8DA4-4556-92E4-2AE66B365B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Freeform 56">
              <a:extLst>
                <a:ext uri="{FF2B5EF4-FFF2-40B4-BE49-F238E27FC236}">
                  <a16:creationId xmlns:a16="http://schemas.microsoft.com/office/drawing/2014/main" id="{EEF9D855-A8A7-44CC-919C-BEA327F254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Freeform 57">
              <a:extLst>
                <a:ext uri="{FF2B5EF4-FFF2-40B4-BE49-F238E27FC236}">
                  <a16:creationId xmlns:a16="http://schemas.microsoft.com/office/drawing/2014/main" id="{11F0B045-803C-4067-A182-066EEB2C4F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Freeform 58">
              <a:extLst>
                <a:ext uri="{FF2B5EF4-FFF2-40B4-BE49-F238E27FC236}">
                  <a16:creationId xmlns:a16="http://schemas.microsoft.com/office/drawing/2014/main" id="{3C1FCACB-EFEF-4B54-99A6-E327A637C2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1351B104-9B78-4A2B-B970-FA8ABE1CE1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9144002" cy="6858001"/>
            <a:chOff x="0" y="-1"/>
            <a:chExt cx="12192003" cy="6858001"/>
          </a:xfrm>
        </p:grpSpPr>
        <p:sp useBgFill="1">
          <p:nvSpPr>
            <p:cNvPr id="68" name="Rectangle 67">
              <a:extLst>
                <a:ext uri="{FF2B5EF4-FFF2-40B4-BE49-F238E27FC236}">
                  <a16:creationId xmlns:a16="http://schemas.microsoft.com/office/drawing/2014/main" id="{3A130E84-D02F-40FB-9BEB-5202392713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-1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9" name="Picture 2">
              <a:extLst>
                <a:ext uri="{FF2B5EF4-FFF2-40B4-BE49-F238E27FC236}">
                  <a16:creationId xmlns:a16="http://schemas.microsoft.com/office/drawing/2014/main" id="{5E142BFD-7D75-4518-BBDF-27C00AB4BC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 noChangeArrowheads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4">
              <a:alphaModFix amt="30000"/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1"/>
              <a:ext cx="12192003" cy="6858001"/>
            </a:xfrm>
            <a:prstGeom prst="rect">
              <a:avLst/>
            </a:prstGeom>
            <a:noFill/>
            <a:extLst>
              <a:ext uri="{909E8E84-426E-40dd-AFC4-6F175D3DCCD1}">
                <a14:hiddenFill xmlns:p14="http://schemas.microsoft.com/office/powerpoint/2010/main" xmlns:a14="http://schemas.microsoft.com/office/drawing/2010/main" xmlns:a16="http://schemas.microsoft.com/office/drawing/2014/main" xmlns="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61334" y="1122363"/>
            <a:ext cx="3039665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/>
              <a:t>Key 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39276" y="3602038"/>
            <a:ext cx="3061723" cy="1655762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000" cap="all">
                <a:solidFill>
                  <a:schemeClr val="tx2"/>
                </a:solidFill>
              </a:rPr>
              <a:t>Can a model teach itself to use tools?</a:t>
            </a:r>
          </a:p>
        </p:txBody>
      </p:sp>
      <p:pic>
        <p:nvPicPr>
          <p:cNvPr id="5" name="Picture 4" descr="Work tools and supplies">
            <a:extLst>
              <a:ext uri="{FF2B5EF4-FFF2-40B4-BE49-F238E27FC236}">
                <a16:creationId xmlns:a16="http://schemas.microsoft.com/office/drawing/2014/main" id="{CF25AC2D-7504-064D-AD43-855303BF589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4531" r="30927" b="-1"/>
          <a:stretch>
            <a:fillRect/>
          </a:stretch>
        </p:blipFill>
        <p:spPr>
          <a:xfrm>
            <a:off x="-4197" y="10"/>
            <a:ext cx="4576197" cy="6857990"/>
          </a:xfrm>
          <a:prstGeom prst="rect">
            <a:avLst/>
          </a:prstGeom>
        </p:spPr>
      </p:pic>
      <p:grpSp>
        <p:nvGrpSpPr>
          <p:cNvPr id="71" name="Group 70">
            <a:extLst>
              <a:ext uri="{FF2B5EF4-FFF2-40B4-BE49-F238E27FC236}">
                <a16:creationId xmlns:a16="http://schemas.microsoft.com/office/drawing/2014/main" id="{D4116A08-770E-4DC3-AAB6-E3E8E6CEC8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0"/>
            <a:ext cx="1728807" cy="6858001"/>
            <a:chOff x="0" y="0"/>
            <a:chExt cx="2305051" cy="6858001"/>
          </a:xfrm>
          <a:solidFill>
            <a:schemeClr val="tx1">
              <a:alpha val="70000"/>
            </a:schemeClr>
          </a:solidFill>
          <a:effectLst/>
        </p:grpSpPr>
        <p:sp>
          <p:nvSpPr>
            <p:cNvPr id="72" name="Rectangle 5">
              <a:extLst>
                <a:ext uri="{FF2B5EF4-FFF2-40B4-BE49-F238E27FC236}">
                  <a16:creationId xmlns:a16="http://schemas.microsoft.com/office/drawing/2014/main" id="{6ADECFB2-F615-49A9-A242-A3D04CADB0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" name="Freeform 6">
              <a:extLst>
                <a:ext uri="{FF2B5EF4-FFF2-40B4-BE49-F238E27FC236}">
                  <a16:creationId xmlns:a16="http://schemas.microsoft.com/office/drawing/2014/main" id="{8E1F3AC6-5FF1-401B-91E4-180D1D3560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" name="Freeform 7">
              <a:extLst>
                <a:ext uri="{FF2B5EF4-FFF2-40B4-BE49-F238E27FC236}">
                  <a16:creationId xmlns:a16="http://schemas.microsoft.com/office/drawing/2014/main" id="{72BC7A9D-387B-4877-B8E6-E8ABA6B265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" name="Rectangle 8">
              <a:extLst>
                <a:ext uri="{FF2B5EF4-FFF2-40B4-BE49-F238E27FC236}">
                  <a16:creationId xmlns:a16="http://schemas.microsoft.com/office/drawing/2014/main" id="{9114560A-27D6-469D-992E-33A55B40BA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6" name="Freeform 9">
              <a:extLst>
                <a:ext uri="{FF2B5EF4-FFF2-40B4-BE49-F238E27FC236}">
                  <a16:creationId xmlns:a16="http://schemas.microsoft.com/office/drawing/2014/main" id="{CBF136EF-7DC2-47D2-974C-70044B5E90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7" name="Freeform 10">
              <a:extLst>
                <a:ext uri="{FF2B5EF4-FFF2-40B4-BE49-F238E27FC236}">
                  <a16:creationId xmlns:a16="http://schemas.microsoft.com/office/drawing/2014/main" id="{6B03084D-F566-41C4-BE37-870FB5A0D1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8" name="Freeform 11">
              <a:extLst>
                <a:ext uri="{FF2B5EF4-FFF2-40B4-BE49-F238E27FC236}">
                  <a16:creationId xmlns:a16="http://schemas.microsoft.com/office/drawing/2014/main" id="{049DC21B-8236-4901-9ADD-E3167ABDE9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9" name="Freeform 12">
              <a:extLst>
                <a:ext uri="{FF2B5EF4-FFF2-40B4-BE49-F238E27FC236}">
                  <a16:creationId xmlns:a16="http://schemas.microsoft.com/office/drawing/2014/main" id="{304F4FEB-8B5B-45BA-988C-5FBF41059E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0" name="Freeform 13">
              <a:extLst>
                <a:ext uri="{FF2B5EF4-FFF2-40B4-BE49-F238E27FC236}">
                  <a16:creationId xmlns:a16="http://schemas.microsoft.com/office/drawing/2014/main" id="{E88E24C8-3D76-4C2F-84D1-BC3C2AACA4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" name="Freeform 14">
              <a:extLst>
                <a:ext uri="{FF2B5EF4-FFF2-40B4-BE49-F238E27FC236}">
                  <a16:creationId xmlns:a16="http://schemas.microsoft.com/office/drawing/2014/main" id="{91C91468-4F8A-42F1-9505-02D9241787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" name="Freeform 15">
              <a:extLst>
                <a:ext uri="{FF2B5EF4-FFF2-40B4-BE49-F238E27FC236}">
                  <a16:creationId xmlns:a16="http://schemas.microsoft.com/office/drawing/2014/main" id="{C22581B1-C426-4189-85D6-C499D6982F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3" name="Freeform 16">
              <a:extLst>
                <a:ext uri="{FF2B5EF4-FFF2-40B4-BE49-F238E27FC236}">
                  <a16:creationId xmlns:a16="http://schemas.microsoft.com/office/drawing/2014/main" id="{29DFD4C4-0517-4A6B-B423-E55582618D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4" name="Freeform 17">
              <a:extLst>
                <a:ext uri="{FF2B5EF4-FFF2-40B4-BE49-F238E27FC236}">
                  <a16:creationId xmlns:a16="http://schemas.microsoft.com/office/drawing/2014/main" id="{7ACD84D3-D09D-4C94-99D5-51713A1D6B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5" name="Freeform 18">
              <a:extLst>
                <a:ext uri="{FF2B5EF4-FFF2-40B4-BE49-F238E27FC236}">
                  <a16:creationId xmlns:a16="http://schemas.microsoft.com/office/drawing/2014/main" id="{37C2AEAB-1CC9-4A9A-8303-E1E0C12168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6" name="Freeform 19">
              <a:extLst>
                <a:ext uri="{FF2B5EF4-FFF2-40B4-BE49-F238E27FC236}">
                  <a16:creationId xmlns:a16="http://schemas.microsoft.com/office/drawing/2014/main" id="{20ABD348-58FE-4371-AE12-C66FF8CAC3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7" name="Freeform 20">
              <a:extLst>
                <a:ext uri="{FF2B5EF4-FFF2-40B4-BE49-F238E27FC236}">
                  <a16:creationId xmlns:a16="http://schemas.microsoft.com/office/drawing/2014/main" id="{408E0FAA-F0C5-4CB1-95FE-D3D96830FC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8" name="Freeform 21">
              <a:extLst>
                <a:ext uri="{FF2B5EF4-FFF2-40B4-BE49-F238E27FC236}">
                  <a16:creationId xmlns:a16="http://schemas.microsoft.com/office/drawing/2014/main" id="{F83C789F-2881-4822-A724-567720953F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9" name="Freeform 22">
              <a:extLst>
                <a:ext uri="{FF2B5EF4-FFF2-40B4-BE49-F238E27FC236}">
                  <a16:creationId xmlns:a16="http://schemas.microsoft.com/office/drawing/2014/main" id="{6B039120-5C84-4A03-9ADD-32EA6E5D44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0" name="Freeform 23">
              <a:extLst>
                <a:ext uri="{FF2B5EF4-FFF2-40B4-BE49-F238E27FC236}">
                  <a16:creationId xmlns:a16="http://schemas.microsoft.com/office/drawing/2014/main" id="{440E956F-26EB-40C6-B500-1A4BB4ABF7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1" name="Freeform 24">
              <a:extLst>
                <a:ext uri="{FF2B5EF4-FFF2-40B4-BE49-F238E27FC236}">
                  <a16:creationId xmlns:a16="http://schemas.microsoft.com/office/drawing/2014/main" id="{D2449A75-05DC-4791-90F1-335CC6732C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" name="Freeform 25">
              <a:extLst>
                <a:ext uri="{FF2B5EF4-FFF2-40B4-BE49-F238E27FC236}">
                  <a16:creationId xmlns:a16="http://schemas.microsoft.com/office/drawing/2014/main" id="{2A0F57CD-8F34-4F1D-BFF3-1293522501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" name="Freeform 26">
              <a:extLst>
                <a:ext uri="{FF2B5EF4-FFF2-40B4-BE49-F238E27FC236}">
                  <a16:creationId xmlns:a16="http://schemas.microsoft.com/office/drawing/2014/main" id="{DB0DDCCE-FA18-4790-8F10-67FC661721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" name="Freeform 27">
              <a:extLst>
                <a:ext uri="{FF2B5EF4-FFF2-40B4-BE49-F238E27FC236}">
                  <a16:creationId xmlns:a16="http://schemas.microsoft.com/office/drawing/2014/main" id="{750A8178-D049-42D4-BA77-A262FE55F9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" name="Freeform 28">
              <a:extLst>
                <a:ext uri="{FF2B5EF4-FFF2-40B4-BE49-F238E27FC236}">
                  <a16:creationId xmlns:a16="http://schemas.microsoft.com/office/drawing/2014/main" id="{B33B9383-8846-404B-85BE-E43F077379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" name="Freeform 29">
              <a:extLst>
                <a:ext uri="{FF2B5EF4-FFF2-40B4-BE49-F238E27FC236}">
                  <a16:creationId xmlns:a16="http://schemas.microsoft.com/office/drawing/2014/main" id="{79468103-A660-495B-BFDF-8E7D98A09A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7" name="Freeform 30">
              <a:extLst>
                <a:ext uri="{FF2B5EF4-FFF2-40B4-BE49-F238E27FC236}">
                  <a16:creationId xmlns:a16="http://schemas.microsoft.com/office/drawing/2014/main" id="{06F4CC44-94E1-47AF-893C-19C4A4AB40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8" name="Freeform 31">
              <a:extLst>
                <a:ext uri="{FF2B5EF4-FFF2-40B4-BE49-F238E27FC236}">
                  <a16:creationId xmlns:a16="http://schemas.microsoft.com/office/drawing/2014/main" id="{E87F601E-2166-4FAE-AF96-2A1B17E46E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9" name="Freeform 32">
              <a:extLst>
                <a:ext uri="{FF2B5EF4-FFF2-40B4-BE49-F238E27FC236}">
                  <a16:creationId xmlns:a16="http://schemas.microsoft.com/office/drawing/2014/main" id="{DCDE2745-7AA5-416B-AC78-93C6EAE5D4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0" name="Rectangle 33">
              <a:extLst>
                <a:ext uri="{FF2B5EF4-FFF2-40B4-BE49-F238E27FC236}">
                  <a16:creationId xmlns:a16="http://schemas.microsoft.com/office/drawing/2014/main" id="{7D5F7E44-496F-4025-AFD8-7EEC67AC18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1" name="Freeform 34">
              <a:extLst>
                <a:ext uri="{FF2B5EF4-FFF2-40B4-BE49-F238E27FC236}">
                  <a16:creationId xmlns:a16="http://schemas.microsoft.com/office/drawing/2014/main" id="{FA8ED221-FD77-4CD0-A9B9-3F97E40DCD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" name="Freeform 35">
              <a:extLst>
                <a:ext uri="{FF2B5EF4-FFF2-40B4-BE49-F238E27FC236}">
                  <a16:creationId xmlns:a16="http://schemas.microsoft.com/office/drawing/2014/main" id="{94922F75-95BC-435D-B4BB-BCE65BACCE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" name="Freeform 36">
              <a:extLst>
                <a:ext uri="{FF2B5EF4-FFF2-40B4-BE49-F238E27FC236}">
                  <a16:creationId xmlns:a16="http://schemas.microsoft.com/office/drawing/2014/main" id="{CFB94884-EF28-419D-9147-20B2C9B1AB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" name="Freeform 37">
              <a:extLst>
                <a:ext uri="{FF2B5EF4-FFF2-40B4-BE49-F238E27FC236}">
                  <a16:creationId xmlns:a16="http://schemas.microsoft.com/office/drawing/2014/main" id="{94C72871-F5AC-46D1-97EF-94E4070A70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5" name="Freeform 38">
              <a:extLst>
                <a:ext uri="{FF2B5EF4-FFF2-40B4-BE49-F238E27FC236}">
                  <a16:creationId xmlns:a16="http://schemas.microsoft.com/office/drawing/2014/main" id="{03ED1B15-6247-43B3-BEAE-DB699DE297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" name="Freeform 39">
              <a:extLst>
                <a:ext uri="{FF2B5EF4-FFF2-40B4-BE49-F238E27FC236}">
                  <a16:creationId xmlns:a16="http://schemas.microsoft.com/office/drawing/2014/main" id="{FA3EA466-B483-4B4A-9FCB-9FFA8E538F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" name="Freeform 40">
              <a:extLst>
                <a:ext uri="{FF2B5EF4-FFF2-40B4-BE49-F238E27FC236}">
                  <a16:creationId xmlns:a16="http://schemas.microsoft.com/office/drawing/2014/main" id="{CCE5E17C-696E-46EB-B70D-5862742169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" name="Freeform 41">
              <a:extLst>
                <a:ext uri="{FF2B5EF4-FFF2-40B4-BE49-F238E27FC236}">
                  <a16:creationId xmlns:a16="http://schemas.microsoft.com/office/drawing/2014/main" id="{AB6022EC-6D09-4098-9A97-5A911C08CA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" name="Freeform 42">
              <a:extLst>
                <a:ext uri="{FF2B5EF4-FFF2-40B4-BE49-F238E27FC236}">
                  <a16:creationId xmlns:a16="http://schemas.microsoft.com/office/drawing/2014/main" id="{7E18073E-1315-4400-ABD9-C34AEAFBFF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" name="Freeform 43">
              <a:extLst>
                <a:ext uri="{FF2B5EF4-FFF2-40B4-BE49-F238E27FC236}">
                  <a16:creationId xmlns:a16="http://schemas.microsoft.com/office/drawing/2014/main" id="{5510509E-411D-4F1B-BDC6-3E56668963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" name="Freeform 44">
              <a:extLst>
                <a:ext uri="{FF2B5EF4-FFF2-40B4-BE49-F238E27FC236}">
                  <a16:creationId xmlns:a16="http://schemas.microsoft.com/office/drawing/2014/main" id="{46F1A7E1-EC01-4288-87AE-C3B6434BD0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" name="Rectangle 45">
              <a:extLst>
                <a:ext uri="{FF2B5EF4-FFF2-40B4-BE49-F238E27FC236}">
                  <a16:creationId xmlns:a16="http://schemas.microsoft.com/office/drawing/2014/main" id="{F7BBA432-5463-415B-BA54-3AA2B92D28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" name="Freeform 46">
              <a:extLst>
                <a:ext uri="{FF2B5EF4-FFF2-40B4-BE49-F238E27FC236}">
                  <a16:creationId xmlns:a16="http://schemas.microsoft.com/office/drawing/2014/main" id="{66E19F01-137B-4A95-9313-CE6F778066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" name="Freeform 47">
              <a:extLst>
                <a:ext uri="{FF2B5EF4-FFF2-40B4-BE49-F238E27FC236}">
                  <a16:creationId xmlns:a16="http://schemas.microsoft.com/office/drawing/2014/main" id="{38C0AACC-51F2-424F-9988-F3B621941C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" name="Freeform 48">
              <a:extLst>
                <a:ext uri="{FF2B5EF4-FFF2-40B4-BE49-F238E27FC236}">
                  <a16:creationId xmlns:a16="http://schemas.microsoft.com/office/drawing/2014/main" id="{7364A775-01A6-4012-88CF-58FDDBE4CB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" name="Freeform 49">
              <a:extLst>
                <a:ext uri="{FF2B5EF4-FFF2-40B4-BE49-F238E27FC236}">
                  <a16:creationId xmlns:a16="http://schemas.microsoft.com/office/drawing/2014/main" id="{C8C770C5-535A-4F1B-81CA-FD6F32C09A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" name="Freeform 50">
              <a:extLst>
                <a:ext uri="{FF2B5EF4-FFF2-40B4-BE49-F238E27FC236}">
                  <a16:creationId xmlns:a16="http://schemas.microsoft.com/office/drawing/2014/main" id="{55F9C3EF-BEB8-4836-8DE0-319E54496E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" name="Freeform 51">
              <a:extLst>
                <a:ext uri="{FF2B5EF4-FFF2-40B4-BE49-F238E27FC236}">
                  <a16:creationId xmlns:a16="http://schemas.microsoft.com/office/drawing/2014/main" id="{0976D9A1-85FC-406B-8AEA-AE3C056A40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" name="Freeform 52">
              <a:extLst>
                <a:ext uri="{FF2B5EF4-FFF2-40B4-BE49-F238E27FC236}">
                  <a16:creationId xmlns:a16="http://schemas.microsoft.com/office/drawing/2014/main" id="{68BC6126-2A3A-4F1D-A565-BEF620660A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" name="Freeform 53">
              <a:extLst>
                <a:ext uri="{FF2B5EF4-FFF2-40B4-BE49-F238E27FC236}">
                  <a16:creationId xmlns:a16="http://schemas.microsoft.com/office/drawing/2014/main" id="{D8C7B98D-F83E-485D-B01D-270242E8FD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1" name="Freeform 54">
              <a:extLst>
                <a:ext uri="{FF2B5EF4-FFF2-40B4-BE49-F238E27FC236}">
                  <a16:creationId xmlns:a16="http://schemas.microsoft.com/office/drawing/2014/main" id="{93D5E722-D236-478A-A13F-8FA4141D94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2" name="Freeform 55">
              <a:extLst>
                <a:ext uri="{FF2B5EF4-FFF2-40B4-BE49-F238E27FC236}">
                  <a16:creationId xmlns:a16="http://schemas.microsoft.com/office/drawing/2014/main" id="{ABE1456F-F283-4BD5-A1B9-EF2423B682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" name="Freeform 56">
              <a:extLst>
                <a:ext uri="{FF2B5EF4-FFF2-40B4-BE49-F238E27FC236}">
                  <a16:creationId xmlns:a16="http://schemas.microsoft.com/office/drawing/2014/main" id="{E4D1AC66-8164-4BBC-89D5-69FE7A4FC2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" name="Freeform 57">
              <a:extLst>
                <a:ext uri="{FF2B5EF4-FFF2-40B4-BE49-F238E27FC236}">
                  <a16:creationId xmlns:a16="http://schemas.microsoft.com/office/drawing/2014/main" id="{845A8868-488C-447D-979F-7E01B82AC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5" name="Freeform 58">
              <a:extLst>
                <a:ext uri="{FF2B5EF4-FFF2-40B4-BE49-F238E27FC236}">
                  <a16:creationId xmlns:a16="http://schemas.microsoft.com/office/drawing/2014/main" id="{948639B9-9B88-432B-914E-6B70BAEB1D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77EB1C59-16D1-4C5E-9775-50CB40E022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523684" y="0"/>
            <a:ext cx="506016" cy="6848476"/>
            <a:chOff x="11364912" y="0"/>
            <a:chExt cx="674688" cy="6848476"/>
          </a:xfrm>
          <a:gradFill flip="none" rotWithShape="1">
            <a:gsLst>
              <a:gs pos="0">
                <a:schemeClr val="tx2">
                  <a:alpha val="80000"/>
                </a:schemeClr>
              </a:gs>
              <a:gs pos="100000">
                <a:schemeClr val="bg2">
                  <a:lumMod val="60000"/>
                  <a:lumOff val="40000"/>
                  <a:alpha val="60000"/>
                </a:schemeClr>
              </a:gs>
            </a:gsLst>
            <a:lin ang="5400000" scaled="0"/>
            <a:tileRect/>
          </a:gradFill>
        </p:grpSpPr>
        <p:sp>
          <p:nvSpPr>
            <p:cNvPr id="128" name="Freeform 32">
              <a:extLst>
                <a:ext uri="{FF2B5EF4-FFF2-40B4-BE49-F238E27FC236}">
                  <a16:creationId xmlns:a16="http://schemas.microsoft.com/office/drawing/2014/main" id="{08680D14-7FE7-4522-B5EE-76447F8339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83975" y="0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9" name="Freeform 33">
              <a:extLst>
                <a:ext uri="{FF2B5EF4-FFF2-40B4-BE49-F238E27FC236}">
                  <a16:creationId xmlns:a16="http://schemas.microsoft.com/office/drawing/2014/main" id="{D82C01B5-EC9C-4883-B130-115321E8B3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364912" y="474663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0" name="Freeform 34">
              <a:extLst>
                <a:ext uri="{FF2B5EF4-FFF2-40B4-BE49-F238E27FC236}">
                  <a16:creationId xmlns:a16="http://schemas.microsoft.com/office/drawing/2014/main" id="{DBBE5E83-362F-4EA7-A96D-0BC830A217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1612" y="1539875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1" name="Freeform 35">
              <a:extLst>
                <a:ext uri="{FF2B5EF4-FFF2-40B4-BE49-F238E27FC236}">
                  <a16:creationId xmlns:a16="http://schemas.microsoft.com/office/drawing/2014/main" id="{3971FE03-8B37-43AF-8842-8D4411C3C5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31600" y="569436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2" name="Freeform 36">
              <a:extLst>
                <a:ext uri="{FF2B5EF4-FFF2-40B4-BE49-F238E27FC236}">
                  <a16:creationId xmlns:a16="http://schemas.microsoft.com/office/drawing/2014/main" id="{8E4E3D41-4CF7-4D15-854A-C4330D3900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72900" y="5551488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" name="Freeform 37">
              <a:extLst>
                <a:ext uri="{FF2B5EF4-FFF2-40B4-BE49-F238E27FC236}">
                  <a16:creationId xmlns:a16="http://schemas.microsoft.com/office/drawing/2014/main" id="{78B649D7-3C5D-462D-B06A-D065135FE8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10987" y="4763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" name="Freeform 38">
              <a:extLst>
                <a:ext uri="{FF2B5EF4-FFF2-40B4-BE49-F238E27FC236}">
                  <a16:creationId xmlns:a16="http://schemas.microsoft.com/office/drawing/2014/main" id="{7A3DDEF1-D28A-48D9-8E48-B2003DF2EE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6375" y="4867275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" name="Freeform 39">
              <a:extLst>
                <a:ext uri="{FF2B5EF4-FFF2-40B4-BE49-F238E27FC236}">
                  <a16:creationId xmlns:a16="http://schemas.microsoft.com/office/drawing/2014/main" id="{4A56A02B-D000-45AB-B7DB-E47CA8E777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41112" y="5046663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" name="Freeform 40">
              <a:extLst>
                <a:ext uri="{FF2B5EF4-FFF2-40B4-BE49-F238E27FC236}">
                  <a16:creationId xmlns:a16="http://schemas.microsoft.com/office/drawing/2014/main" id="{343CE08B-7325-4244-99EA-5E58C982DB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849100" y="64166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" name="Rectangle 41">
              <a:extLst>
                <a:ext uri="{FF2B5EF4-FFF2-40B4-BE49-F238E27FC236}">
                  <a16:creationId xmlns:a16="http://schemas.microsoft.com/office/drawing/2014/main" id="{7F08E29E-A67F-410A-A810-7000201BFA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939587" y="6596063"/>
              <a:ext cx="23813" cy="2524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>
            <a:extLst>
              <a:ext uri="{FF2B5EF4-FFF2-40B4-BE49-F238E27FC236}">
                <a16:creationId xmlns:a16="http://schemas.microsoft.com/office/drawing/2014/main" id="{9ACD3AF8-B16E-4174-8C1A-41F683C4AF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:a16="http://schemas.microsoft.com/office/drawing/2014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FF5EAD09-B81D-415F-8BCF-73C81AE05F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0"/>
            <a:ext cx="1728807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1" name="Rectangle 5">
              <a:extLst>
                <a:ext uri="{FF2B5EF4-FFF2-40B4-BE49-F238E27FC236}">
                  <a16:creationId xmlns:a16="http://schemas.microsoft.com/office/drawing/2014/main" id="{CFB79010-8ED4-49EF-AFD2-F4D8C80B69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4649B869-006E-42B5-9DDC-21049B130E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443096BD-333F-48B6-8220-D1F9793E40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Rectangle 8">
              <a:extLst>
                <a:ext uri="{FF2B5EF4-FFF2-40B4-BE49-F238E27FC236}">
                  <a16:creationId xmlns:a16="http://schemas.microsoft.com/office/drawing/2014/main" id="{1A45BB9A-7E84-4B9B-923A-270A97F852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D7D7C768-2F76-4DE2-A807-1B9FFF816C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1870B32E-EE42-470E-B543-CA55AEC8CA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EEF09120-11AA-4DB5-98A8-EC4923002C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id="{39CC463D-589C-461C-A234-0460EB06B8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3">
              <a:extLst>
                <a:ext uri="{FF2B5EF4-FFF2-40B4-BE49-F238E27FC236}">
                  <a16:creationId xmlns:a16="http://schemas.microsoft.com/office/drawing/2014/main" id="{B6516153-269A-421E-A021-CB3F3C5E1D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4">
              <a:extLst>
                <a:ext uri="{FF2B5EF4-FFF2-40B4-BE49-F238E27FC236}">
                  <a16:creationId xmlns:a16="http://schemas.microsoft.com/office/drawing/2014/main" id="{45E14300-6C4A-4F77-915F-F3B25B0237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id="{993E312A-E6A6-4B52-ADE6-618ADC89BA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6">
              <a:extLst>
                <a:ext uri="{FF2B5EF4-FFF2-40B4-BE49-F238E27FC236}">
                  <a16:creationId xmlns:a16="http://schemas.microsoft.com/office/drawing/2014/main" id="{2F0F3026-2480-472B-8C52-36812C81EF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7">
              <a:extLst>
                <a:ext uri="{FF2B5EF4-FFF2-40B4-BE49-F238E27FC236}">
                  <a16:creationId xmlns:a16="http://schemas.microsoft.com/office/drawing/2014/main" id="{34E1C992-559D-4827-9F30-31A3CA7A2B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8">
              <a:extLst>
                <a:ext uri="{FF2B5EF4-FFF2-40B4-BE49-F238E27FC236}">
                  <a16:creationId xmlns:a16="http://schemas.microsoft.com/office/drawing/2014/main" id="{D9F2FB98-F443-498F-AAD9-6945825681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9">
              <a:extLst>
                <a:ext uri="{FF2B5EF4-FFF2-40B4-BE49-F238E27FC236}">
                  <a16:creationId xmlns:a16="http://schemas.microsoft.com/office/drawing/2014/main" id="{75DBF6EC-ED50-43E4-8A8B-64CE86A880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0">
              <a:extLst>
                <a:ext uri="{FF2B5EF4-FFF2-40B4-BE49-F238E27FC236}">
                  <a16:creationId xmlns:a16="http://schemas.microsoft.com/office/drawing/2014/main" id="{FD854F40-AC43-4F21-9C62-2CE35CFD2B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1">
              <a:extLst>
                <a:ext uri="{FF2B5EF4-FFF2-40B4-BE49-F238E27FC236}">
                  <a16:creationId xmlns:a16="http://schemas.microsoft.com/office/drawing/2014/main" id="{62CCB560-494A-4F74-9DE4-068806A893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2">
              <a:extLst>
                <a:ext uri="{FF2B5EF4-FFF2-40B4-BE49-F238E27FC236}">
                  <a16:creationId xmlns:a16="http://schemas.microsoft.com/office/drawing/2014/main" id="{6F9A05F2-B5D2-4D8A-9A78-14E45C13FE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3">
              <a:extLst>
                <a:ext uri="{FF2B5EF4-FFF2-40B4-BE49-F238E27FC236}">
                  <a16:creationId xmlns:a16="http://schemas.microsoft.com/office/drawing/2014/main" id="{A6373189-19BB-4BEC-84A3-432253E058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4">
              <a:extLst>
                <a:ext uri="{FF2B5EF4-FFF2-40B4-BE49-F238E27FC236}">
                  <a16:creationId xmlns:a16="http://schemas.microsoft.com/office/drawing/2014/main" id="{71AB3122-947A-44DB-B190-A2601C6C95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25">
              <a:extLst>
                <a:ext uri="{FF2B5EF4-FFF2-40B4-BE49-F238E27FC236}">
                  <a16:creationId xmlns:a16="http://schemas.microsoft.com/office/drawing/2014/main" id="{74B4109D-3AFC-4D44-87B1-0CDED3E638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26">
              <a:extLst>
                <a:ext uri="{FF2B5EF4-FFF2-40B4-BE49-F238E27FC236}">
                  <a16:creationId xmlns:a16="http://schemas.microsoft.com/office/drawing/2014/main" id="{44AAD39F-F7C9-4D00-95E0-0465B4E85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7">
              <a:extLst>
                <a:ext uri="{FF2B5EF4-FFF2-40B4-BE49-F238E27FC236}">
                  <a16:creationId xmlns:a16="http://schemas.microsoft.com/office/drawing/2014/main" id="{C1DCAB8D-6EF6-4A84-8D0C-AA9226DEC9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8">
              <a:extLst>
                <a:ext uri="{FF2B5EF4-FFF2-40B4-BE49-F238E27FC236}">
                  <a16:creationId xmlns:a16="http://schemas.microsoft.com/office/drawing/2014/main" id="{C407F97F-83CF-4703-B9E0-6335530E32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9">
              <a:extLst>
                <a:ext uri="{FF2B5EF4-FFF2-40B4-BE49-F238E27FC236}">
                  <a16:creationId xmlns:a16="http://schemas.microsoft.com/office/drawing/2014/main" id="{0D8D2363-5D84-4CFF-89AA-3C93C859DB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30">
              <a:extLst>
                <a:ext uri="{FF2B5EF4-FFF2-40B4-BE49-F238E27FC236}">
                  <a16:creationId xmlns:a16="http://schemas.microsoft.com/office/drawing/2014/main" id="{0435A35C-AC99-4E12-8CB0-9C640DAA94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1">
              <a:extLst>
                <a:ext uri="{FF2B5EF4-FFF2-40B4-BE49-F238E27FC236}">
                  <a16:creationId xmlns:a16="http://schemas.microsoft.com/office/drawing/2014/main" id="{F20392CF-2256-4527-836B-2E6F88596E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32">
              <a:extLst>
                <a:ext uri="{FF2B5EF4-FFF2-40B4-BE49-F238E27FC236}">
                  <a16:creationId xmlns:a16="http://schemas.microsoft.com/office/drawing/2014/main" id="{C52C3AD3-122C-4010-9C55-B0247F8CCA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Rectangle 33">
              <a:extLst>
                <a:ext uri="{FF2B5EF4-FFF2-40B4-BE49-F238E27FC236}">
                  <a16:creationId xmlns:a16="http://schemas.microsoft.com/office/drawing/2014/main" id="{EFCB53ED-09C0-4AD7-9BBC-366833D5FE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Freeform 34">
              <a:extLst>
                <a:ext uri="{FF2B5EF4-FFF2-40B4-BE49-F238E27FC236}">
                  <a16:creationId xmlns:a16="http://schemas.microsoft.com/office/drawing/2014/main" id="{6F309F52-BFCF-47D9-8089-BC049540DB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35">
              <a:extLst>
                <a:ext uri="{FF2B5EF4-FFF2-40B4-BE49-F238E27FC236}">
                  <a16:creationId xmlns:a16="http://schemas.microsoft.com/office/drawing/2014/main" id="{5F9AE85F-C7AA-4761-B468-2E100829BC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36">
              <a:extLst>
                <a:ext uri="{FF2B5EF4-FFF2-40B4-BE49-F238E27FC236}">
                  <a16:creationId xmlns:a16="http://schemas.microsoft.com/office/drawing/2014/main" id="{2C81C778-91E5-4AE9-AACB-8566E7A28B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37">
              <a:extLst>
                <a:ext uri="{FF2B5EF4-FFF2-40B4-BE49-F238E27FC236}">
                  <a16:creationId xmlns:a16="http://schemas.microsoft.com/office/drawing/2014/main" id="{6C56E0B4-58A0-4B2B-BD56-54121BB8DB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38">
              <a:extLst>
                <a:ext uri="{FF2B5EF4-FFF2-40B4-BE49-F238E27FC236}">
                  <a16:creationId xmlns:a16="http://schemas.microsoft.com/office/drawing/2014/main" id="{88A29CFE-13A6-4509-946F-5C074F856E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39">
              <a:extLst>
                <a:ext uri="{FF2B5EF4-FFF2-40B4-BE49-F238E27FC236}">
                  <a16:creationId xmlns:a16="http://schemas.microsoft.com/office/drawing/2014/main" id="{00235A0A-018B-4499-AC16-AF83457BF4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40">
              <a:extLst>
                <a:ext uri="{FF2B5EF4-FFF2-40B4-BE49-F238E27FC236}">
                  <a16:creationId xmlns:a16="http://schemas.microsoft.com/office/drawing/2014/main" id="{861DF9B7-50DC-4EBE-8B23-97FE92DBBB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41">
              <a:extLst>
                <a:ext uri="{FF2B5EF4-FFF2-40B4-BE49-F238E27FC236}">
                  <a16:creationId xmlns:a16="http://schemas.microsoft.com/office/drawing/2014/main" id="{69673907-73D7-4729-A911-9BD078EC2E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42">
              <a:extLst>
                <a:ext uri="{FF2B5EF4-FFF2-40B4-BE49-F238E27FC236}">
                  <a16:creationId xmlns:a16="http://schemas.microsoft.com/office/drawing/2014/main" id="{4DC844D3-8053-4EE7-A286-50157B6FD8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43">
              <a:extLst>
                <a:ext uri="{FF2B5EF4-FFF2-40B4-BE49-F238E27FC236}">
                  <a16:creationId xmlns:a16="http://schemas.microsoft.com/office/drawing/2014/main" id="{D67575A0-A45A-4773-874C-16370E3670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44">
              <a:extLst>
                <a:ext uri="{FF2B5EF4-FFF2-40B4-BE49-F238E27FC236}">
                  <a16:creationId xmlns:a16="http://schemas.microsoft.com/office/drawing/2014/main" id="{4327252B-B62B-4DE0-A924-B7F6E40AD9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Rectangle 45">
              <a:extLst>
                <a:ext uri="{FF2B5EF4-FFF2-40B4-BE49-F238E27FC236}">
                  <a16:creationId xmlns:a16="http://schemas.microsoft.com/office/drawing/2014/main" id="{778BC6A7-AC19-497B-A7C6-E447B2EBDA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Freeform 46">
              <a:extLst>
                <a:ext uri="{FF2B5EF4-FFF2-40B4-BE49-F238E27FC236}">
                  <a16:creationId xmlns:a16="http://schemas.microsoft.com/office/drawing/2014/main" id="{4E79A87B-BF1F-437A-9FED-BE93025E50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47">
              <a:extLst>
                <a:ext uri="{FF2B5EF4-FFF2-40B4-BE49-F238E27FC236}">
                  <a16:creationId xmlns:a16="http://schemas.microsoft.com/office/drawing/2014/main" id="{DFAAF3CC-B4E0-45C8-AC2D-EF0D6D823D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Freeform 48">
              <a:extLst>
                <a:ext uri="{FF2B5EF4-FFF2-40B4-BE49-F238E27FC236}">
                  <a16:creationId xmlns:a16="http://schemas.microsoft.com/office/drawing/2014/main" id="{A5A12C87-1E4A-4664-B2F4-A1C8B656F9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49">
              <a:extLst>
                <a:ext uri="{FF2B5EF4-FFF2-40B4-BE49-F238E27FC236}">
                  <a16:creationId xmlns:a16="http://schemas.microsoft.com/office/drawing/2014/main" id="{B3AF8230-4630-4505-ADDB-16A9B6B377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Freeform 50">
              <a:extLst>
                <a:ext uri="{FF2B5EF4-FFF2-40B4-BE49-F238E27FC236}">
                  <a16:creationId xmlns:a16="http://schemas.microsoft.com/office/drawing/2014/main" id="{33F93F6D-724D-42F3-AF1D-3081EAB5D1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Freeform 51">
              <a:extLst>
                <a:ext uri="{FF2B5EF4-FFF2-40B4-BE49-F238E27FC236}">
                  <a16:creationId xmlns:a16="http://schemas.microsoft.com/office/drawing/2014/main" id="{F5DD7A8F-FB67-4E79-80DB-0FAF3A0989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Freeform 52">
              <a:extLst>
                <a:ext uri="{FF2B5EF4-FFF2-40B4-BE49-F238E27FC236}">
                  <a16:creationId xmlns:a16="http://schemas.microsoft.com/office/drawing/2014/main" id="{7B140A84-E89E-4A80-9DF8-7BCA45F908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Freeform 53">
              <a:extLst>
                <a:ext uri="{FF2B5EF4-FFF2-40B4-BE49-F238E27FC236}">
                  <a16:creationId xmlns:a16="http://schemas.microsoft.com/office/drawing/2014/main" id="{279E1D6A-EFE2-44C6-A5BF-DFADF0DC91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Freeform 54">
              <a:extLst>
                <a:ext uri="{FF2B5EF4-FFF2-40B4-BE49-F238E27FC236}">
                  <a16:creationId xmlns:a16="http://schemas.microsoft.com/office/drawing/2014/main" id="{C9FA2204-561F-4ABB-988C-03053820F1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Freeform 55">
              <a:extLst>
                <a:ext uri="{FF2B5EF4-FFF2-40B4-BE49-F238E27FC236}">
                  <a16:creationId xmlns:a16="http://schemas.microsoft.com/office/drawing/2014/main" id="{8BD7D04E-AC0A-424F-BC40-28842DAFFA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Freeform 56">
              <a:extLst>
                <a:ext uri="{FF2B5EF4-FFF2-40B4-BE49-F238E27FC236}">
                  <a16:creationId xmlns:a16="http://schemas.microsoft.com/office/drawing/2014/main" id="{32B616A2-FE09-47DD-B58C-12EE58B7CA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Freeform 57">
              <a:extLst>
                <a:ext uri="{FF2B5EF4-FFF2-40B4-BE49-F238E27FC236}">
                  <a16:creationId xmlns:a16="http://schemas.microsoft.com/office/drawing/2014/main" id="{08C5EAF5-6064-484E-BA05-80D09D84EA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Freeform 58">
              <a:extLst>
                <a:ext uri="{FF2B5EF4-FFF2-40B4-BE49-F238E27FC236}">
                  <a16:creationId xmlns:a16="http://schemas.microsoft.com/office/drawing/2014/main" id="{F11D90DF-D275-4725-884C-77E5E01D89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 useBgFill="1">
        <p:nvSpPr>
          <p:cNvPr id="66" name="Rectangle 65">
            <a:extLst>
              <a:ext uri="{FF2B5EF4-FFF2-40B4-BE49-F238E27FC236}">
                <a16:creationId xmlns:a16="http://schemas.microsoft.com/office/drawing/2014/main" id="{7A070EAD-1DCD-4F3D-BA84-799B891A0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31720" y="1122363"/>
            <a:ext cx="5669279" cy="302736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700"/>
              <a:t>Key Idea: Toolformer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46007" y="4149724"/>
            <a:ext cx="5654992" cy="1108075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100" cap="all"/>
              <a:t>Model learns when, which, and how to use tools</a:t>
            </a: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DE471E13-6104-4637-8A8F-B545529B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0"/>
            <a:ext cx="1728807" cy="6858001"/>
            <a:chOff x="0" y="0"/>
            <a:chExt cx="2305051" cy="6858001"/>
          </a:xfrm>
          <a:gradFill flip="none" rotWithShape="1">
            <a:gsLst>
              <a:gs pos="0">
                <a:schemeClr val="tx2">
                  <a:alpha val="60000"/>
                </a:schemeClr>
              </a:gs>
              <a:gs pos="100000">
                <a:schemeClr val="bg2">
                  <a:lumMod val="60000"/>
                  <a:lumOff val="40000"/>
                  <a:alpha val="80000"/>
                </a:schemeClr>
              </a:gs>
            </a:gsLst>
            <a:lin ang="5400000" scaled="0"/>
            <a:tileRect/>
          </a:gradFill>
        </p:grpSpPr>
        <p:sp>
          <p:nvSpPr>
            <p:cNvPr id="69" name="Rectangle 5">
              <a:extLst>
                <a:ext uri="{FF2B5EF4-FFF2-40B4-BE49-F238E27FC236}">
                  <a16:creationId xmlns:a16="http://schemas.microsoft.com/office/drawing/2014/main" id="{802F412D-6781-427D-AB79-09FD610CCE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" name="Freeform 6">
              <a:extLst>
                <a:ext uri="{FF2B5EF4-FFF2-40B4-BE49-F238E27FC236}">
                  <a16:creationId xmlns:a16="http://schemas.microsoft.com/office/drawing/2014/main" id="{8471B962-D824-43CE-B5DD-704B305B28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" name="Freeform 7">
              <a:extLst>
                <a:ext uri="{FF2B5EF4-FFF2-40B4-BE49-F238E27FC236}">
                  <a16:creationId xmlns:a16="http://schemas.microsoft.com/office/drawing/2014/main" id="{ED60EBD3-FA75-460B-AFBD-3F234A0CAA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" name="Rectangle 8">
              <a:extLst>
                <a:ext uri="{FF2B5EF4-FFF2-40B4-BE49-F238E27FC236}">
                  <a16:creationId xmlns:a16="http://schemas.microsoft.com/office/drawing/2014/main" id="{D0791244-FBF2-49D9-BDBC-E2E58C86B4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" name="Freeform 9">
              <a:extLst>
                <a:ext uri="{FF2B5EF4-FFF2-40B4-BE49-F238E27FC236}">
                  <a16:creationId xmlns:a16="http://schemas.microsoft.com/office/drawing/2014/main" id="{FEE4C4B1-195C-40F5-A78F-2EB7ED6E6F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" name="Freeform 10">
              <a:extLst>
                <a:ext uri="{FF2B5EF4-FFF2-40B4-BE49-F238E27FC236}">
                  <a16:creationId xmlns:a16="http://schemas.microsoft.com/office/drawing/2014/main" id="{22766AF8-3850-41E4-80D0-321D9A13D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" name="Freeform 11">
              <a:extLst>
                <a:ext uri="{FF2B5EF4-FFF2-40B4-BE49-F238E27FC236}">
                  <a16:creationId xmlns:a16="http://schemas.microsoft.com/office/drawing/2014/main" id="{8834F8EE-AB04-42FE-AE7B-3E9C6ACA0E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6" name="Freeform 12">
              <a:extLst>
                <a:ext uri="{FF2B5EF4-FFF2-40B4-BE49-F238E27FC236}">
                  <a16:creationId xmlns:a16="http://schemas.microsoft.com/office/drawing/2014/main" id="{C86BB534-4617-4275-908E-357CF2246C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7" name="Freeform 13">
              <a:extLst>
                <a:ext uri="{FF2B5EF4-FFF2-40B4-BE49-F238E27FC236}">
                  <a16:creationId xmlns:a16="http://schemas.microsoft.com/office/drawing/2014/main" id="{B6DEB58B-8D28-4BE9-9CA9-F4B3A083BC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8" name="Freeform 14">
              <a:extLst>
                <a:ext uri="{FF2B5EF4-FFF2-40B4-BE49-F238E27FC236}">
                  <a16:creationId xmlns:a16="http://schemas.microsoft.com/office/drawing/2014/main" id="{25A772BC-4720-4EC2-AD61-A7B74E9151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9" name="Freeform 15">
              <a:extLst>
                <a:ext uri="{FF2B5EF4-FFF2-40B4-BE49-F238E27FC236}">
                  <a16:creationId xmlns:a16="http://schemas.microsoft.com/office/drawing/2014/main" id="{60D6B27E-FAC5-4267-80A9-DE4D2E02B8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0" name="Freeform 16">
              <a:extLst>
                <a:ext uri="{FF2B5EF4-FFF2-40B4-BE49-F238E27FC236}">
                  <a16:creationId xmlns:a16="http://schemas.microsoft.com/office/drawing/2014/main" id="{1F39FA83-D8C8-4CE3-9C62-10375FD041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" name="Freeform 17">
              <a:extLst>
                <a:ext uri="{FF2B5EF4-FFF2-40B4-BE49-F238E27FC236}">
                  <a16:creationId xmlns:a16="http://schemas.microsoft.com/office/drawing/2014/main" id="{E09B4CF3-A51F-4787-81FE-F5C79BA426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" name="Freeform 18">
              <a:extLst>
                <a:ext uri="{FF2B5EF4-FFF2-40B4-BE49-F238E27FC236}">
                  <a16:creationId xmlns:a16="http://schemas.microsoft.com/office/drawing/2014/main" id="{6695CB35-74E4-43C0-89F5-9FDA59B3AC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3" name="Freeform 19">
              <a:extLst>
                <a:ext uri="{FF2B5EF4-FFF2-40B4-BE49-F238E27FC236}">
                  <a16:creationId xmlns:a16="http://schemas.microsoft.com/office/drawing/2014/main" id="{945450CE-FB13-4C46-825F-5BB1917033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4" name="Freeform 20">
              <a:extLst>
                <a:ext uri="{FF2B5EF4-FFF2-40B4-BE49-F238E27FC236}">
                  <a16:creationId xmlns:a16="http://schemas.microsoft.com/office/drawing/2014/main" id="{E80AA0B2-7FE7-4B75-AC25-E0F6C0FE45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5" name="Freeform 21">
              <a:extLst>
                <a:ext uri="{FF2B5EF4-FFF2-40B4-BE49-F238E27FC236}">
                  <a16:creationId xmlns:a16="http://schemas.microsoft.com/office/drawing/2014/main" id="{2E81F7C1-AD8F-41A0-91A8-E05F66CB0E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6" name="Freeform 22">
              <a:extLst>
                <a:ext uri="{FF2B5EF4-FFF2-40B4-BE49-F238E27FC236}">
                  <a16:creationId xmlns:a16="http://schemas.microsoft.com/office/drawing/2014/main" id="{F4E8A538-9FFA-4C76-BCE2-D54F56A115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7" name="Freeform 23">
              <a:extLst>
                <a:ext uri="{FF2B5EF4-FFF2-40B4-BE49-F238E27FC236}">
                  <a16:creationId xmlns:a16="http://schemas.microsoft.com/office/drawing/2014/main" id="{3C412824-3CBA-4E74-B2FD-936EA70486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8" name="Freeform 24">
              <a:extLst>
                <a:ext uri="{FF2B5EF4-FFF2-40B4-BE49-F238E27FC236}">
                  <a16:creationId xmlns:a16="http://schemas.microsoft.com/office/drawing/2014/main" id="{E28DC1F0-74FF-4D97-BD4D-FD42DE4AC6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9" name="Freeform 25">
              <a:extLst>
                <a:ext uri="{FF2B5EF4-FFF2-40B4-BE49-F238E27FC236}">
                  <a16:creationId xmlns:a16="http://schemas.microsoft.com/office/drawing/2014/main" id="{77CEC4FA-6FD3-4ABF-BF98-94E7947A55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0" name="Freeform 26">
              <a:extLst>
                <a:ext uri="{FF2B5EF4-FFF2-40B4-BE49-F238E27FC236}">
                  <a16:creationId xmlns:a16="http://schemas.microsoft.com/office/drawing/2014/main" id="{D4E61DA7-BFA9-48AF-BD6F-EBB15C2359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1" name="Freeform 27">
              <a:extLst>
                <a:ext uri="{FF2B5EF4-FFF2-40B4-BE49-F238E27FC236}">
                  <a16:creationId xmlns:a16="http://schemas.microsoft.com/office/drawing/2014/main" id="{57164D6A-1DD9-43AE-878F-A413DC26FB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" name="Freeform 28">
              <a:extLst>
                <a:ext uri="{FF2B5EF4-FFF2-40B4-BE49-F238E27FC236}">
                  <a16:creationId xmlns:a16="http://schemas.microsoft.com/office/drawing/2014/main" id="{4949EBA6-53D9-4F2D-91DB-EA7AE260F6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" name="Freeform 29">
              <a:extLst>
                <a:ext uri="{FF2B5EF4-FFF2-40B4-BE49-F238E27FC236}">
                  <a16:creationId xmlns:a16="http://schemas.microsoft.com/office/drawing/2014/main" id="{0AFEA5FA-F759-441C-A0BC-7EDC79A672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" name="Freeform 30">
              <a:extLst>
                <a:ext uri="{FF2B5EF4-FFF2-40B4-BE49-F238E27FC236}">
                  <a16:creationId xmlns:a16="http://schemas.microsoft.com/office/drawing/2014/main" id="{5B913AE0-5DC8-4244-8C26-ED97F834E3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" name="Freeform 31">
              <a:extLst>
                <a:ext uri="{FF2B5EF4-FFF2-40B4-BE49-F238E27FC236}">
                  <a16:creationId xmlns:a16="http://schemas.microsoft.com/office/drawing/2014/main" id="{A87DB58A-25D2-46F1-85E3-06F964D016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" name="Freeform 32">
              <a:extLst>
                <a:ext uri="{FF2B5EF4-FFF2-40B4-BE49-F238E27FC236}">
                  <a16:creationId xmlns:a16="http://schemas.microsoft.com/office/drawing/2014/main" id="{E7AE8209-F3E7-4ACA-98D0-90B282A147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7" name="Rectangle 33">
              <a:extLst>
                <a:ext uri="{FF2B5EF4-FFF2-40B4-BE49-F238E27FC236}">
                  <a16:creationId xmlns:a16="http://schemas.microsoft.com/office/drawing/2014/main" id="{1CED7927-A7C7-444A-A8F3-6348852AEF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8" name="Freeform 34">
              <a:extLst>
                <a:ext uri="{FF2B5EF4-FFF2-40B4-BE49-F238E27FC236}">
                  <a16:creationId xmlns:a16="http://schemas.microsoft.com/office/drawing/2014/main" id="{08BEDF90-F9A6-4DE4-94B6-43E4160394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9" name="Freeform 35">
              <a:extLst>
                <a:ext uri="{FF2B5EF4-FFF2-40B4-BE49-F238E27FC236}">
                  <a16:creationId xmlns:a16="http://schemas.microsoft.com/office/drawing/2014/main" id="{36540D5F-1C77-438A-BF12-56455C4720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0" name="Freeform 36">
              <a:extLst>
                <a:ext uri="{FF2B5EF4-FFF2-40B4-BE49-F238E27FC236}">
                  <a16:creationId xmlns:a16="http://schemas.microsoft.com/office/drawing/2014/main" id="{52FC779A-BC55-40AC-8FFD-E014F8C051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1" name="Freeform 37">
              <a:extLst>
                <a:ext uri="{FF2B5EF4-FFF2-40B4-BE49-F238E27FC236}">
                  <a16:creationId xmlns:a16="http://schemas.microsoft.com/office/drawing/2014/main" id="{63E42DE5-DC0E-4043-8A35-20C53074A2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" name="Freeform 38">
              <a:extLst>
                <a:ext uri="{FF2B5EF4-FFF2-40B4-BE49-F238E27FC236}">
                  <a16:creationId xmlns:a16="http://schemas.microsoft.com/office/drawing/2014/main" id="{41581FA6-993A-4899-ADF1-0A83A6234E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" name="Freeform 39">
              <a:extLst>
                <a:ext uri="{FF2B5EF4-FFF2-40B4-BE49-F238E27FC236}">
                  <a16:creationId xmlns:a16="http://schemas.microsoft.com/office/drawing/2014/main" id="{33C4FDB9-01D2-4CB0-BFED-216CAC7EB8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" name="Freeform 40">
              <a:extLst>
                <a:ext uri="{FF2B5EF4-FFF2-40B4-BE49-F238E27FC236}">
                  <a16:creationId xmlns:a16="http://schemas.microsoft.com/office/drawing/2014/main" id="{34E715AB-2B68-41C4-A61F-02C413F242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5" name="Freeform 41">
              <a:extLst>
                <a:ext uri="{FF2B5EF4-FFF2-40B4-BE49-F238E27FC236}">
                  <a16:creationId xmlns:a16="http://schemas.microsoft.com/office/drawing/2014/main" id="{D3861C35-D060-408D-9871-4DA2D0547B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" name="Freeform 42">
              <a:extLst>
                <a:ext uri="{FF2B5EF4-FFF2-40B4-BE49-F238E27FC236}">
                  <a16:creationId xmlns:a16="http://schemas.microsoft.com/office/drawing/2014/main" id="{B4F4F38F-33FE-48A0-986D-FB771F18BE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" name="Freeform 43">
              <a:extLst>
                <a:ext uri="{FF2B5EF4-FFF2-40B4-BE49-F238E27FC236}">
                  <a16:creationId xmlns:a16="http://schemas.microsoft.com/office/drawing/2014/main" id="{50FCFC8E-2DC3-4F27-9E02-196830E78D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" name="Freeform 44">
              <a:extLst>
                <a:ext uri="{FF2B5EF4-FFF2-40B4-BE49-F238E27FC236}">
                  <a16:creationId xmlns:a16="http://schemas.microsoft.com/office/drawing/2014/main" id="{3A6EE414-1500-4144-B453-BA950E5107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" name="Rectangle 45">
              <a:extLst>
                <a:ext uri="{FF2B5EF4-FFF2-40B4-BE49-F238E27FC236}">
                  <a16:creationId xmlns:a16="http://schemas.microsoft.com/office/drawing/2014/main" id="{0C1A9D8A-5515-4C84-AE17-A6D5124383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" name="Freeform 46">
              <a:extLst>
                <a:ext uri="{FF2B5EF4-FFF2-40B4-BE49-F238E27FC236}">
                  <a16:creationId xmlns:a16="http://schemas.microsoft.com/office/drawing/2014/main" id="{E8E7C8C7-FE85-4C8F-960C-3748511E08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" name="Freeform 47">
              <a:extLst>
                <a:ext uri="{FF2B5EF4-FFF2-40B4-BE49-F238E27FC236}">
                  <a16:creationId xmlns:a16="http://schemas.microsoft.com/office/drawing/2014/main" id="{33DF2ED7-F601-4A9F-AA50-822ED85D56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" name="Freeform 48">
              <a:extLst>
                <a:ext uri="{FF2B5EF4-FFF2-40B4-BE49-F238E27FC236}">
                  <a16:creationId xmlns:a16="http://schemas.microsoft.com/office/drawing/2014/main" id="{FEDB3A05-6FDD-4E87-B800-8F99752444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" name="Freeform 49">
              <a:extLst>
                <a:ext uri="{FF2B5EF4-FFF2-40B4-BE49-F238E27FC236}">
                  <a16:creationId xmlns:a16="http://schemas.microsoft.com/office/drawing/2014/main" id="{AD6225C0-E391-49D5-9A7B-57C5ED60E1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" name="Freeform 50">
              <a:extLst>
                <a:ext uri="{FF2B5EF4-FFF2-40B4-BE49-F238E27FC236}">
                  <a16:creationId xmlns:a16="http://schemas.microsoft.com/office/drawing/2014/main" id="{B814B458-45E5-451C-9CBD-027E3776A4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" name="Freeform 51">
              <a:extLst>
                <a:ext uri="{FF2B5EF4-FFF2-40B4-BE49-F238E27FC236}">
                  <a16:creationId xmlns:a16="http://schemas.microsoft.com/office/drawing/2014/main" id="{59167140-9A0D-4FE7-8E37-2CD6130116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" name="Freeform 52">
              <a:extLst>
                <a:ext uri="{FF2B5EF4-FFF2-40B4-BE49-F238E27FC236}">
                  <a16:creationId xmlns:a16="http://schemas.microsoft.com/office/drawing/2014/main" id="{2D38B213-991B-495D-8886-04CAD44C7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" name="Freeform 53">
              <a:extLst>
                <a:ext uri="{FF2B5EF4-FFF2-40B4-BE49-F238E27FC236}">
                  <a16:creationId xmlns:a16="http://schemas.microsoft.com/office/drawing/2014/main" id="{67C1C3DA-3972-4D98-9D9E-390461B288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" name="Freeform 54">
              <a:extLst>
                <a:ext uri="{FF2B5EF4-FFF2-40B4-BE49-F238E27FC236}">
                  <a16:creationId xmlns:a16="http://schemas.microsoft.com/office/drawing/2014/main" id="{972F8941-61DB-48E1-B9C1-E732470563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" name="Freeform 55">
              <a:extLst>
                <a:ext uri="{FF2B5EF4-FFF2-40B4-BE49-F238E27FC236}">
                  <a16:creationId xmlns:a16="http://schemas.microsoft.com/office/drawing/2014/main" id="{857B495F-5C9B-435F-8D39-45CC57471F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" name="Freeform 56">
              <a:extLst>
                <a:ext uri="{FF2B5EF4-FFF2-40B4-BE49-F238E27FC236}">
                  <a16:creationId xmlns:a16="http://schemas.microsoft.com/office/drawing/2014/main" id="{B607428B-B7C9-4017-84F8-19C9B2134A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1" name="Freeform 57">
              <a:extLst>
                <a:ext uri="{FF2B5EF4-FFF2-40B4-BE49-F238E27FC236}">
                  <a16:creationId xmlns:a16="http://schemas.microsoft.com/office/drawing/2014/main" id="{A20C5139-2108-4F5E-B892-64F1D8605E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2" name="Freeform 58">
              <a:extLst>
                <a:ext uri="{FF2B5EF4-FFF2-40B4-BE49-F238E27FC236}">
                  <a16:creationId xmlns:a16="http://schemas.microsoft.com/office/drawing/2014/main" id="{C2A51623-F2F3-4584-93F5-598E56A5F4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9" y="618518"/>
            <a:ext cx="7429499" cy="1478570"/>
          </a:xfrm>
        </p:spPr>
        <p:txBody>
          <a:bodyPr>
            <a:normAutofit/>
          </a:bodyPr>
          <a:lstStyle/>
          <a:p>
            <a:r>
              <a:t>Tools Used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4EA15DB-572C-6D0B-14BD-70186CAE03D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12724197"/>
              </p:ext>
            </p:extLst>
          </p:nvPr>
        </p:nvGraphicFramePr>
        <p:xfrm>
          <a:off x="856059" y="2418820"/>
          <a:ext cx="7429500" cy="31427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6270675-9512-4978-8583-36659256EE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9" y="618518"/>
            <a:ext cx="7429499" cy="1478570"/>
          </a:xfrm>
        </p:spPr>
        <p:txBody>
          <a:bodyPr>
            <a:normAutofit/>
          </a:bodyPr>
          <a:lstStyle/>
          <a:p>
            <a:r>
              <a:t>Training Pipeline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44B1D32-9550-5F01-F7D9-88F6DC15F7E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44629444"/>
              </p:ext>
            </p:extLst>
          </p:nvPr>
        </p:nvGraphicFramePr>
        <p:xfrm>
          <a:off x="856059" y="2249488"/>
          <a:ext cx="7429500" cy="35417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63">
            <a:extLst>
              <a:ext uri="{FF2B5EF4-FFF2-40B4-BE49-F238E27FC236}">
                <a16:creationId xmlns:a16="http://schemas.microsoft.com/office/drawing/2014/main" id="{6BFC9644-673A-459F-B3C5-9310A4E50E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6" name="Group 65">
            <a:extLst>
              <a:ext uri="{FF2B5EF4-FFF2-40B4-BE49-F238E27FC236}">
                <a16:creationId xmlns:a16="http://schemas.microsoft.com/office/drawing/2014/main" id="{4ADB9295-9645-4BF2-ADFD-75800B7FAD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0716" y="0"/>
            <a:ext cx="915604" cy="6858001"/>
            <a:chOff x="-14288" y="0"/>
            <a:chExt cx="1220788" cy="6858001"/>
          </a:xfrm>
          <a:solidFill>
            <a:schemeClr val="bg2">
              <a:lumMod val="60000"/>
              <a:lumOff val="40000"/>
              <a:alpha val="60000"/>
            </a:schemeClr>
          </a:solidFill>
        </p:grpSpPr>
        <p:sp>
          <p:nvSpPr>
            <p:cNvPr id="67" name="Rectangle 5">
              <a:extLst>
                <a:ext uri="{FF2B5EF4-FFF2-40B4-BE49-F238E27FC236}">
                  <a16:creationId xmlns:a16="http://schemas.microsoft.com/office/drawing/2014/main" id="{95B061E9-E435-4E1B-B160-96584A1166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" name="Freeform 6">
              <a:extLst>
                <a:ext uri="{FF2B5EF4-FFF2-40B4-BE49-F238E27FC236}">
                  <a16:creationId xmlns:a16="http://schemas.microsoft.com/office/drawing/2014/main" id="{3CD7972E-7D38-40EE-A80B-E2A848811E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" name="Freeform 7">
              <a:extLst>
                <a:ext uri="{FF2B5EF4-FFF2-40B4-BE49-F238E27FC236}">
                  <a16:creationId xmlns:a16="http://schemas.microsoft.com/office/drawing/2014/main" id="{524A3B55-746F-419F-8CFF-5F3A4BE143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" name="Freeform 8">
              <a:extLst>
                <a:ext uri="{FF2B5EF4-FFF2-40B4-BE49-F238E27FC236}">
                  <a16:creationId xmlns:a16="http://schemas.microsoft.com/office/drawing/2014/main" id="{9C63219B-AD72-4494-935E-F5C70DB549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" name="Freeform 9">
              <a:extLst>
                <a:ext uri="{FF2B5EF4-FFF2-40B4-BE49-F238E27FC236}">
                  <a16:creationId xmlns:a16="http://schemas.microsoft.com/office/drawing/2014/main" id="{15B41FD2-05E2-44E7-8760-09E65D1C60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" name="Freeform 10">
              <a:extLst>
                <a:ext uri="{FF2B5EF4-FFF2-40B4-BE49-F238E27FC236}">
                  <a16:creationId xmlns:a16="http://schemas.microsoft.com/office/drawing/2014/main" id="{FE6D63D0-3347-4EE2-8F65-F1C32168FA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" name="Freeform 11">
              <a:extLst>
                <a:ext uri="{FF2B5EF4-FFF2-40B4-BE49-F238E27FC236}">
                  <a16:creationId xmlns:a16="http://schemas.microsoft.com/office/drawing/2014/main" id="{538A46A3-DB16-45D5-B636-03EFE39FE9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" name="Freeform 12">
              <a:extLst>
                <a:ext uri="{FF2B5EF4-FFF2-40B4-BE49-F238E27FC236}">
                  <a16:creationId xmlns:a16="http://schemas.microsoft.com/office/drawing/2014/main" id="{0B8A2B0E-823F-4BE8-9359-45143BB124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" name="Freeform 13">
              <a:extLst>
                <a:ext uri="{FF2B5EF4-FFF2-40B4-BE49-F238E27FC236}">
                  <a16:creationId xmlns:a16="http://schemas.microsoft.com/office/drawing/2014/main" id="{44516B3C-A8BE-46FC-B643-3DFEB7F283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6" name="Freeform 14">
              <a:extLst>
                <a:ext uri="{FF2B5EF4-FFF2-40B4-BE49-F238E27FC236}">
                  <a16:creationId xmlns:a16="http://schemas.microsoft.com/office/drawing/2014/main" id="{59FD699C-3920-4E57-BE27-165A3F036C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7" name="Freeform 15">
              <a:extLst>
                <a:ext uri="{FF2B5EF4-FFF2-40B4-BE49-F238E27FC236}">
                  <a16:creationId xmlns:a16="http://schemas.microsoft.com/office/drawing/2014/main" id="{0FB0C02E-3F53-4889-8ADF-80DBC43F69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8" name="Line 16">
              <a:extLst>
                <a:ext uri="{FF2B5EF4-FFF2-40B4-BE49-F238E27FC236}">
                  <a16:creationId xmlns:a16="http://schemas.microsoft.com/office/drawing/2014/main" id="{F8A0C89C-946F-4BCD-8A27-BB73E37FE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9" name="Freeform 17">
              <a:extLst>
                <a:ext uri="{FF2B5EF4-FFF2-40B4-BE49-F238E27FC236}">
                  <a16:creationId xmlns:a16="http://schemas.microsoft.com/office/drawing/2014/main" id="{70C83EAF-4E92-4849-A240-B257871DC0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0" name="Freeform 18">
              <a:extLst>
                <a:ext uri="{FF2B5EF4-FFF2-40B4-BE49-F238E27FC236}">
                  <a16:creationId xmlns:a16="http://schemas.microsoft.com/office/drawing/2014/main" id="{320FD164-4D7A-469C-B3F4-B926BFACF5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" name="Freeform 19">
              <a:extLst>
                <a:ext uri="{FF2B5EF4-FFF2-40B4-BE49-F238E27FC236}">
                  <a16:creationId xmlns:a16="http://schemas.microsoft.com/office/drawing/2014/main" id="{F6E14D9A-4E63-48FF-95C5-9E8DDFF86C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" name="Freeform 20">
              <a:extLst>
                <a:ext uri="{FF2B5EF4-FFF2-40B4-BE49-F238E27FC236}">
                  <a16:creationId xmlns:a16="http://schemas.microsoft.com/office/drawing/2014/main" id="{F3DCD24F-3CA8-4404-B22C-E4C928995F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3" name="Rectangle 21">
              <a:extLst>
                <a:ext uri="{FF2B5EF4-FFF2-40B4-BE49-F238E27FC236}">
                  <a16:creationId xmlns:a16="http://schemas.microsoft.com/office/drawing/2014/main" id="{8AD2E827-32A3-4BE4-9CC6-8315629177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4" name="Freeform 22">
              <a:extLst>
                <a:ext uri="{FF2B5EF4-FFF2-40B4-BE49-F238E27FC236}">
                  <a16:creationId xmlns:a16="http://schemas.microsoft.com/office/drawing/2014/main" id="{47FB2CCC-1230-494F-B2D1-F05E5B8EDF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5" name="Freeform 23">
              <a:extLst>
                <a:ext uri="{FF2B5EF4-FFF2-40B4-BE49-F238E27FC236}">
                  <a16:creationId xmlns:a16="http://schemas.microsoft.com/office/drawing/2014/main" id="{A5F44514-9274-47E3-9243-CA9356C166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6" name="Freeform 24">
              <a:extLst>
                <a:ext uri="{FF2B5EF4-FFF2-40B4-BE49-F238E27FC236}">
                  <a16:creationId xmlns:a16="http://schemas.microsoft.com/office/drawing/2014/main" id="{D06192CD-AD86-4DCA-8B53-4ACCA46583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7" name="Freeform 25">
              <a:extLst>
                <a:ext uri="{FF2B5EF4-FFF2-40B4-BE49-F238E27FC236}">
                  <a16:creationId xmlns:a16="http://schemas.microsoft.com/office/drawing/2014/main" id="{99E9203A-21E4-46D8-981A-4B28CA320A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8" name="Freeform 26">
              <a:extLst>
                <a:ext uri="{FF2B5EF4-FFF2-40B4-BE49-F238E27FC236}">
                  <a16:creationId xmlns:a16="http://schemas.microsoft.com/office/drawing/2014/main" id="{32FCE9B6-FB52-4045-8DCC-E5959B9A40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9" name="Freeform 27">
              <a:extLst>
                <a:ext uri="{FF2B5EF4-FFF2-40B4-BE49-F238E27FC236}">
                  <a16:creationId xmlns:a16="http://schemas.microsoft.com/office/drawing/2014/main" id="{E4A7025C-CDE8-429A-BBB9-E7380C9623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0" name="Freeform 28">
              <a:extLst>
                <a:ext uri="{FF2B5EF4-FFF2-40B4-BE49-F238E27FC236}">
                  <a16:creationId xmlns:a16="http://schemas.microsoft.com/office/drawing/2014/main" id="{A4EA0256-5DF5-437A-98A7-B79F3E6BB8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1" name="Freeform 29">
              <a:extLst>
                <a:ext uri="{FF2B5EF4-FFF2-40B4-BE49-F238E27FC236}">
                  <a16:creationId xmlns:a16="http://schemas.microsoft.com/office/drawing/2014/main" id="{90C9433D-9E1C-493B-BEBD-C3081FFA32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" name="Freeform 30">
              <a:extLst>
                <a:ext uri="{FF2B5EF4-FFF2-40B4-BE49-F238E27FC236}">
                  <a16:creationId xmlns:a16="http://schemas.microsoft.com/office/drawing/2014/main" id="{352B39BB-F298-4285-A709-1FBA0CB72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" name="Freeform 31">
              <a:extLst>
                <a:ext uri="{FF2B5EF4-FFF2-40B4-BE49-F238E27FC236}">
                  <a16:creationId xmlns:a16="http://schemas.microsoft.com/office/drawing/2014/main" id="{31CAF2A0-CBA0-4E86-AA87-8750EC1AFB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4261" y="1093787"/>
            <a:ext cx="2294977" cy="4697413"/>
          </a:xfrm>
        </p:spPr>
        <p:txBody>
          <a:bodyPr>
            <a:normAutofit/>
          </a:bodyPr>
          <a:lstStyle/>
          <a:p>
            <a:r>
              <a:rPr lang="en-US"/>
              <a:t>Clever Part: Filtering</a:t>
            </a:r>
            <a:endParaRPr lang="en-US" dirty="0"/>
          </a:p>
        </p:txBody>
      </p:sp>
      <p:sp useBgFill="1">
        <p:nvSpPr>
          <p:cNvPr id="95" name="Round Diagonal Corner Rectangle 7">
            <a:extLst>
              <a:ext uri="{FF2B5EF4-FFF2-40B4-BE49-F238E27FC236}">
                <a16:creationId xmlns:a16="http://schemas.microsoft.com/office/drawing/2014/main" id="{7D1C411D-0818-4640-8657-2AF78250C8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68813" y="0"/>
            <a:ext cx="5675187" cy="6848476"/>
          </a:xfrm>
          <a:prstGeom prst="round2DiagRect">
            <a:avLst>
              <a:gd name="adj1" fmla="val 0"/>
              <a:gd name="adj2" fmla="val 0"/>
            </a:avLst>
          </a:prstGeom>
          <a:ln w="19050" cap="sq"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11600" y="1093788"/>
            <a:ext cx="4373958" cy="4697413"/>
          </a:xfrm>
        </p:spPr>
        <p:txBody>
          <a:bodyPr>
            <a:normAutofit/>
          </a:bodyPr>
          <a:lstStyle/>
          <a:p>
            <a:r>
              <a:rPr lang="en-US"/>
              <a:t>If the model uses a tool and that makes it more confident in its next prediction, that tool call was helpful. If it doesn’t help, or actually makes things worse, it gets thrown away.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74872A0B-8668-4500-9509-EAA581B26C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9144002" cy="6858001"/>
            <a:chOff x="0" y="-1"/>
            <a:chExt cx="12192003" cy="6858001"/>
          </a:xfrm>
        </p:grpSpPr>
        <p:sp useBgFill="1">
          <p:nvSpPr>
            <p:cNvPr id="10" name="Rectangle 9">
              <a:extLst>
                <a:ext uri="{FF2B5EF4-FFF2-40B4-BE49-F238E27FC236}">
                  <a16:creationId xmlns:a16="http://schemas.microsoft.com/office/drawing/2014/main" id="{8B504305-5526-408E-85F7-F0BA7E527C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-1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1" name="Picture 2">
              <a:extLst>
                <a:ext uri="{FF2B5EF4-FFF2-40B4-BE49-F238E27FC236}">
                  <a16:creationId xmlns:a16="http://schemas.microsoft.com/office/drawing/2014/main" id="{5827CE64-2533-45A6-9A39-7D5052E5CE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 noChangeArrowheads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4">
              <a:alphaModFix amt="30000"/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1"/>
              <a:ext cx="12192003" cy="6858001"/>
            </a:xfrm>
            <a:prstGeom prst="rect">
              <a:avLst/>
            </a:prstGeom>
            <a:noFill/>
            <a:extLst>
              <a:ext uri="{909E8E84-426E-40dd-AFC4-6F175D3DCCD1}">
                <a14:hiddenFill xmlns:p14="http://schemas.microsoft.com/office/powerpoint/2010/main" xmlns:a14="http://schemas.microsoft.com/office/drawing/2010/main" xmlns:a16="http://schemas.microsoft.com/office/drawing/2014/main" xmlns="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36318" y="618518"/>
            <a:ext cx="3449239" cy="1478570"/>
          </a:xfrm>
        </p:spPr>
        <p:txBody>
          <a:bodyPr>
            <a:normAutofit/>
          </a:bodyPr>
          <a:lstStyle/>
          <a:p>
            <a:r>
              <a:t>Example</a:t>
            </a:r>
          </a:p>
        </p:txBody>
      </p:sp>
      <p:pic>
        <p:nvPicPr>
          <p:cNvPr id="5" name="Picture 4" descr="Metal bridge and structures">
            <a:extLst>
              <a:ext uri="{FF2B5EF4-FFF2-40B4-BE49-F238E27FC236}">
                <a16:creationId xmlns:a16="http://schemas.microsoft.com/office/drawing/2014/main" id="{E0FEBF63-83F8-1BC2-3F58-6EB86030F18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0466" r="24992" b="-1"/>
          <a:stretch>
            <a:fillRect/>
          </a:stretch>
        </p:blipFill>
        <p:spPr>
          <a:xfrm>
            <a:off x="-4197" y="10"/>
            <a:ext cx="4576197" cy="6857990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240590EE-5428-41AA-95B2-96FCC1CE67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0"/>
            <a:ext cx="1728807" cy="6858001"/>
            <a:chOff x="0" y="0"/>
            <a:chExt cx="2305051" cy="6858001"/>
          </a:xfrm>
          <a:solidFill>
            <a:schemeClr val="tx1">
              <a:alpha val="70000"/>
            </a:schemeClr>
          </a:solidFill>
          <a:effectLst/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94DCC55-99C6-45CF-B357-E3848C8093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63D64E32-FF0C-4665-B9D8-D1ECAAE5BA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7">
              <a:extLst>
                <a:ext uri="{FF2B5EF4-FFF2-40B4-BE49-F238E27FC236}">
                  <a16:creationId xmlns:a16="http://schemas.microsoft.com/office/drawing/2014/main" id="{3675001D-3840-4589-8190-505A7F52F0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19E34E87-395F-4023-A80E-D1CBAAEBD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6FB1B38F-1B92-41C3-AA1D-6D6440FB0D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02FBE453-FBD2-4348-8DDA-4A023444EC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1">
              <a:extLst>
                <a:ext uri="{FF2B5EF4-FFF2-40B4-BE49-F238E27FC236}">
                  <a16:creationId xmlns:a16="http://schemas.microsoft.com/office/drawing/2014/main" id="{60D719E8-BF78-4F42-B9D1-7F5E02A369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2">
              <a:extLst>
                <a:ext uri="{FF2B5EF4-FFF2-40B4-BE49-F238E27FC236}">
                  <a16:creationId xmlns:a16="http://schemas.microsoft.com/office/drawing/2014/main" id="{5EC70737-9C19-4CF5-84DA-B22A960D53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3">
              <a:extLst>
                <a:ext uri="{FF2B5EF4-FFF2-40B4-BE49-F238E27FC236}">
                  <a16:creationId xmlns:a16="http://schemas.microsoft.com/office/drawing/2014/main" id="{88FD042E-E56E-4360-9620-F811AB9A33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4">
              <a:extLst>
                <a:ext uri="{FF2B5EF4-FFF2-40B4-BE49-F238E27FC236}">
                  <a16:creationId xmlns:a16="http://schemas.microsoft.com/office/drawing/2014/main" id="{18F15D2B-0812-46F6-B0F4-6A6714B543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5">
              <a:extLst>
                <a:ext uri="{FF2B5EF4-FFF2-40B4-BE49-F238E27FC236}">
                  <a16:creationId xmlns:a16="http://schemas.microsoft.com/office/drawing/2014/main" id="{0C2F2A50-98DD-4F92-BDFE-B72E235766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6">
              <a:extLst>
                <a:ext uri="{FF2B5EF4-FFF2-40B4-BE49-F238E27FC236}">
                  <a16:creationId xmlns:a16="http://schemas.microsoft.com/office/drawing/2014/main" id="{473541D9-6DAE-4718-97D4-8952F4E7CC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7">
              <a:extLst>
                <a:ext uri="{FF2B5EF4-FFF2-40B4-BE49-F238E27FC236}">
                  <a16:creationId xmlns:a16="http://schemas.microsoft.com/office/drawing/2014/main" id="{3A56C5E9-011C-44D2-AF94-3BF5420433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18">
              <a:extLst>
                <a:ext uri="{FF2B5EF4-FFF2-40B4-BE49-F238E27FC236}">
                  <a16:creationId xmlns:a16="http://schemas.microsoft.com/office/drawing/2014/main" id="{CD279E0E-1CD5-4F41-96A5-3A09707E81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19">
              <a:extLst>
                <a:ext uri="{FF2B5EF4-FFF2-40B4-BE49-F238E27FC236}">
                  <a16:creationId xmlns:a16="http://schemas.microsoft.com/office/drawing/2014/main" id="{F5A6F094-9E54-4985-8738-D2067A4F07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0">
              <a:extLst>
                <a:ext uri="{FF2B5EF4-FFF2-40B4-BE49-F238E27FC236}">
                  <a16:creationId xmlns:a16="http://schemas.microsoft.com/office/drawing/2014/main" id="{99D51F59-FA93-490E-B9CF-97BB63747C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1">
              <a:extLst>
                <a:ext uri="{FF2B5EF4-FFF2-40B4-BE49-F238E27FC236}">
                  <a16:creationId xmlns:a16="http://schemas.microsoft.com/office/drawing/2014/main" id="{3CD83DC6-F4A0-4A4D-AAC3-83983F960D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22">
              <a:extLst>
                <a:ext uri="{FF2B5EF4-FFF2-40B4-BE49-F238E27FC236}">
                  <a16:creationId xmlns:a16="http://schemas.microsoft.com/office/drawing/2014/main" id="{6E9B4028-C74F-4631-8312-68B30E6E62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23">
              <a:extLst>
                <a:ext uri="{FF2B5EF4-FFF2-40B4-BE49-F238E27FC236}">
                  <a16:creationId xmlns:a16="http://schemas.microsoft.com/office/drawing/2014/main" id="{1E3337C9-1DDE-4E2E-8519-7D2C23C95F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4">
              <a:extLst>
                <a:ext uri="{FF2B5EF4-FFF2-40B4-BE49-F238E27FC236}">
                  <a16:creationId xmlns:a16="http://schemas.microsoft.com/office/drawing/2014/main" id="{754A526E-6EC0-458A-9C4C-008F6749CD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5">
              <a:extLst>
                <a:ext uri="{FF2B5EF4-FFF2-40B4-BE49-F238E27FC236}">
                  <a16:creationId xmlns:a16="http://schemas.microsoft.com/office/drawing/2014/main" id="{6A3DA723-7448-48CF-8BD2-FED2D4FED5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6">
              <a:extLst>
                <a:ext uri="{FF2B5EF4-FFF2-40B4-BE49-F238E27FC236}">
                  <a16:creationId xmlns:a16="http://schemas.microsoft.com/office/drawing/2014/main" id="{9B506EC1-D8A8-4532-B78B-A236567EE0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27">
              <a:extLst>
                <a:ext uri="{FF2B5EF4-FFF2-40B4-BE49-F238E27FC236}">
                  <a16:creationId xmlns:a16="http://schemas.microsoft.com/office/drawing/2014/main" id="{AA9DFB36-74F4-4977-ABC5-3257EDA331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28">
              <a:extLst>
                <a:ext uri="{FF2B5EF4-FFF2-40B4-BE49-F238E27FC236}">
                  <a16:creationId xmlns:a16="http://schemas.microsoft.com/office/drawing/2014/main" id="{966A7FBA-BB79-4AF0-90C2-5F2BC9F2D1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29">
              <a:extLst>
                <a:ext uri="{FF2B5EF4-FFF2-40B4-BE49-F238E27FC236}">
                  <a16:creationId xmlns:a16="http://schemas.microsoft.com/office/drawing/2014/main" id="{23BB8A47-FF1B-44E5-8D93-7ADF37F1D7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30">
              <a:extLst>
                <a:ext uri="{FF2B5EF4-FFF2-40B4-BE49-F238E27FC236}">
                  <a16:creationId xmlns:a16="http://schemas.microsoft.com/office/drawing/2014/main" id="{E463E1B7-7BED-4425-95B7-F6F75F8733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Freeform 31">
              <a:extLst>
                <a:ext uri="{FF2B5EF4-FFF2-40B4-BE49-F238E27FC236}">
                  <a16:creationId xmlns:a16="http://schemas.microsoft.com/office/drawing/2014/main" id="{749D0675-4397-4610-9807-2F7C1CC942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32">
              <a:extLst>
                <a:ext uri="{FF2B5EF4-FFF2-40B4-BE49-F238E27FC236}">
                  <a16:creationId xmlns:a16="http://schemas.microsoft.com/office/drawing/2014/main" id="{DE7617CF-8919-43C3-9557-08D67C7DAF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3DB68720-7E37-4930-9900-8632140D62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34">
              <a:extLst>
                <a:ext uri="{FF2B5EF4-FFF2-40B4-BE49-F238E27FC236}">
                  <a16:creationId xmlns:a16="http://schemas.microsoft.com/office/drawing/2014/main" id="{202F13DF-5B76-468E-A95E-80780788BD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35">
              <a:extLst>
                <a:ext uri="{FF2B5EF4-FFF2-40B4-BE49-F238E27FC236}">
                  <a16:creationId xmlns:a16="http://schemas.microsoft.com/office/drawing/2014/main" id="{219143C2-6062-4C2C-9563-6534108E35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36">
              <a:extLst>
                <a:ext uri="{FF2B5EF4-FFF2-40B4-BE49-F238E27FC236}">
                  <a16:creationId xmlns:a16="http://schemas.microsoft.com/office/drawing/2014/main" id="{38413A0C-26DB-479B-B747-1D81361007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37">
              <a:extLst>
                <a:ext uri="{FF2B5EF4-FFF2-40B4-BE49-F238E27FC236}">
                  <a16:creationId xmlns:a16="http://schemas.microsoft.com/office/drawing/2014/main" id="{CB526B5F-4FAA-4B4C-8AF8-B98EC74A3D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38">
              <a:extLst>
                <a:ext uri="{FF2B5EF4-FFF2-40B4-BE49-F238E27FC236}">
                  <a16:creationId xmlns:a16="http://schemas.microsoft.com/office/drawing/2014/main" id="{54FFF88E-6D69-4AE9-8378-D164191557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39">
              <a:extLst>
                <a:ext uri="{FF2B5EF4-FFF2-40B4-BE49-F238E27FC236}">
                  <a16:creationId xmlns:a16="http://schemas.microsoft.com/office/drawing/2014/main" id="{8008115A-CE00-4E36-BAF1-B511F21E8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40">
              <a:extLst>
                <a:ext uri="{FF2B5EF4-FFF2-40B4-BE49-F238E27FC236}">
                  <a16:creationId xmlns:a16="http://schemas.microsoft.com/office/drawing/2014/main" id="{2935DB29-6F85-47D8-863C-11386389DB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41">
              <a:extLst>
                <a:ext uri="{FF2B5EF4-FFF2-40B4-BE49-F238E27FC236}">
                  <a16:creationId xmlns:a16="http://schemas.microsoft.com/office/drawing/2014/main" id="{4FB8E51B-1AC1-4671-B181-473C29BECD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Freeform 42">
              <a:extLst>
                <a:ext uri="{FF2B5EF4-FFF2-40B4-BE49-F238E27FC236}">
                  <a16:creationId xmlns:a16="http://schemas.microsoft.com/office/drawing/2014/main" id="{91E6AE4F-959F-4ED7-A199-8C0307E40E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Freeform 43">
              <a:extLst>
                <a:ext uri="{FF2B5EF4-FFF2-40B4-BE49-F238E27FC236}">
                  <a16:creationId xmlns:a16="http://schemas.microsoft.com/office/drawing/2014/main" id="{A0445E55-0009-44A5-AA6A-350D9D48A2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44">
              <a:extLst>
                <a:ext uri="{FF2B5EF4-FFF2-40B4-BE49-F238E27FC236}">
                  <a16:creationId xmlns:a16="http://schemas.microsoft.com/office/drawing/2014/main" id="{B5291C75-4ECA-4829-B824-5725C32905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6793376D-3E7C-4F04-8BC8-EC4820622B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46">
              <a:extLst>
                <a:ext uri="{FF2B5EF4-FFF2-40B4-BE49-F238E27FC236}">
                  <a16:creationId xmlns:a16="http://schemas.microsoft.com/office/drawing/2014/main" id="{3596510A-5528-445D-AFEA-6E3F89BA84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Freeform 47">
              <a:extLst>
                <a:ext uri="{FF2B5EF4-FFF2-40B4-BE49-F238E27FC236}">
                  <a16:creationId xmlns:a16="http://schemas.microsoft.com/office/drawing/2014/main" id="{E1B69479-D8C9-4E2E-A931-4D49C4FD76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Freeform 48">
              <a:extLst>
                <a:ext uri="{FF2B5EF4-FFF2-40B4-BE49-F238E27FC236}">
                  <a16:creationId xmlns:a16="http://schemas.microsoft.com/office/drawing/2014/main" id="{0A759A2E-A8B1-44C8-B3F9-A16714C895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Freeform 49">
              <a:extLst>
                <a:ext uri="{FF2B5EF4-FFF2-40B4-BE49-F238E27FC236}">
                  <a16:creationId xmlns:a16="http://schemas.microsoft.com/office/drawing/2014/main" id="{6C2B3B3C-1DC9-4352-BB73-801976C8F5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Freeform 50">
              <a:extLst>
                <a:ext uri="{FF2B5EF4-FFF2-40B4-BE49-F238E27FC236}">
                  <a16:creationId xmlns:a16="http://schemas.microsoft.com/office/drawing/2014/main" id="{EE22E3A8-5789-4189-9AC7-98D6826B03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Freeform 51">
              <a:extLst>
                <a:ext uri="{FF2B5EF4-FFF2-40B4-BE49-F238E27FC236}">
                  <a16:creationId xmlns:a16="http://schemas.microsoft.com/office/drawing/2014/main" id="{9AC0FC74-D003-4D0D-9CAF-F6A03739E2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Freeform 52">
              <a:extLst>
                <a:ext uri="{FF2B5EF4-FFF2-40B4-BE49-F238E27FC236}">
                  <a16:creationId xmlns:a16="http://schemas.microsoft.com/office/drawing/2014/main" id="{126C2057-02E1-4348-ABEB-EAC063A17E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Freeform 53">
              <a:extLst>
                <a:ext uri="{FF2B5EF4-FFF2-40B4-BE49-F238E27FC236}">
                  <a16:creationId xmlns:a16="http://schemas.microsoft.com/office/drawing/2014/main" id="{5150586D-D743-4392-844F-F2AFCCE649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Freeform 54">
              <a:extLst>
                <a:ext uri="{FF2B5EF4-FFF2-40B4-BE49-F238E27FC236}">
                  <a16:creationId xmlns:a16="http://schemas.microsoft.com/office/drawing/2014/main" id="{9E5B157A-534E-4879-8013-D02864E76F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Freeform 55">
              <a:extLst>
                <a:ext uri="{FF2B5EF4-FFF2-40B4-BE49-F238E27FC236}">
                  <a16:creationId xmlns:a16="http://schemas.microsoft.com/office/drawing/2014/main" id="{CEE2DD73-7E8C-4F26-8E93-8C32D11B26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Freeform 56">
              <a:extLst>
                <a:ext uri="{FF2B5EF4-FFF2-40B4-BE49-F238E27FC236}">
                  <a16:creationId xmlns:a16="http://schemas.microsoft.com/office/drawing/2014/main" id="{908CAC5F-DD8E-4A58-BD4C-6D8D29FA49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6" name="Freeform 57">
              <a:extLst>
                <a:ext uri="{FF2B5EF4-FFF2-40B4-BE49-F238E27FC236}">
                  <a16:creationId xmlns:a16="http://schemas.microsoft.com/office/drawing/2014/main" id="{20F130CF-281E-408C-9884-5F8B22CA1D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7" name="Freeform 58">
              <a:extLst>
                <a:ext uri="{FF2B5EF4-FFF2-40B4-BE49-F238E27FC236}">
                  <a16:creationId xmlns:a16="http://schemas.microsoft.com/office/drawing/2014/main" id="{3BC78068-9115-4D5D-9B2B-6F9BD9C296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36318" y="2249487"/>
            <a:ext cx="3449240" cy="3541714"/>
          </a:xfrm>
        </p:spPr>
        <p:txBody>
          <a:bodyPr>
            <a:normAutofit/>
          </a:bodyPr>
          <a:lstStyle/>
          <a:p>
            <a:r>
              <a:t>Pittsburgh is known as the Steel City</a:t>
            </a:r>
          </a:p>
          <a:p>
            <a:r>
              <a:t>→ QA tool confirms fact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ED25BDE-434E-7E98-3D45-ADF60B3D7AE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82755" y="2017713"/>
            <a:ext cx="3486637" cy="45154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9" y="618518"/>
            <a:ext cx="7429499" cy="1478570"/>
          </a:xfrm>
        </p:spPr>
        <p:txBody>
          <a:bodyPr>
            <a:normAutofit/>
          </a:bodyPr>
          <a:lstStyle/>
          <a:p>
            <a:r>
              <a:t>Fine-Tuning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7057087-FD75-BEB6-9CC4-1100FD3B46B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18077077"/>
              </p:ext>
            </p:extLst>
          </p:nvPr>
        </p:nvGraphicFramePr>
        <p:xfrm>
          <a:off x="856059" y="2418820"/>
          <a:ext cx="7429500" cy="31427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4B9C16B-AC4A-44ED-9075-F76549B46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2A2FEB6-F419-4684-9ABC-9E32E012E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575" y="-11384"/>
            <a:ext cx="915604" cy="6858001"/>
            <a:chOff x="-14288" y="0"/>
            <a:chExt cx="1220788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>
              <a:extLst>
                <a:ext uri="{FF2B5EF4-FFF2-40B4-BE49-F238E27FC236}">
                  <a16:creationId xmlns:a16="http://schemas.microsoft.com/office/drawing/2014/main" id="{21E24A15-28D6-4CEB-9268-0BB0BEEAF3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4345933F-9633-4510-90E1-08B0E2A19E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C68A48FB-1BE4-4053-A76F-5A5511BA0E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8">
              <a:extLst>
                <a:ext uri="{FF2B5EF4-FFF2-40B4-BE49-F238E27FC236}">
                  <a16:creationId xmlns:a16="http://schemas.microsoft.com/office/drawing/2014/main" id="{8149777B-6A9F-4C95-BF44-F964645071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9">
              <a:extLst>
                <a:ext uri="{FF2B5EF4-FFF2-40B4-BE49-F238E27FC236}">
                  <a16:creationId xmlns:a16="http://schemas.microsoft.com/office/drawing/2014/main" id="{0654845E-622A-4AD3-8F3A-6E1DEAB5FC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0">
              <a:extLst>
                <a:ext uri="{FF2B5EF4-FFF2-40B4-BE49-F238E27FC236}">
                  <a16:creationId xmlns:a16="http://schemas.microsoft.com/office/drawing/2014/main" id="{DF1C0739-3D08-4C83-857E-B0724A6E8C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1">
              <a:extLst>
                <a:ext uri="{FF2B5EF4-FFF2-40B4-BE49-F238E27FC236}">
                  <a16:creationId xmlns:a16="http://schemas.microsoft.com/office/drawing/2014/main" id="{D235EAA0-7D5A-453A-9643-EE7A4954EA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2">
              <a:extLst>
                <a:ext uri="{FF2B5EF4-FFF2-40B4-BE49-F238E27FC236}">
                  <a16:creationId xmlns:a16="http://schemas.microsoft.com/office/drawing/2014/main" id="{94C6FB7C-72DE-42DE-8F58-CCE9B8F556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3">
              <a:extLst>
                <a:ext uri="{FF2B5EF4-FFF2-40B4-BE49-F238E27FC236}">
                  <a16:creationId xmlns:a16="http://schemas.microsoft.com/office/drawing/2014/main" id="{FE31E0FE-EC8D-4EA7-BD9D-02F8C54FDB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4">
              <a:extLst>
                <a:ext uri="{FF2B5EF4-FFF2-40B4-BE49-F238E27FC236}">
                  <a16:creationId xmlns:a16="http://schemas.microsoft.com/office/drawing/2014/main" id="{69FE4B12-13E0-48F9-9E18-66406B8D3C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5">
              <a:extLst>
                <a:ext uri="{FF2B5EF4-FFF2-40B4-BE49-F238E27FC236}">
                  <a16:creationId xmlns:a16="http://schemas.microsoft.com/office/drawing/2014/main" id="{87FAADC3-B321-43EE-B8F3-2842D84098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Line 16">
              <a:extLst>
                <a:ext uri="{FF2B5EF4-FFF2-40B4-BE49-F238E27FC236}">
                  <a16:creationId xmlns:a16="http://schemas.microsoft.com/office/drawing/2014/main" id="{90461464-1683-402F-A72B-8558CC6777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7">
              <a:extLst>
                <a:ext uri="{FF2B5EF4-FFF2-40B4-BE49-F238E27FC236}">
                  <a16:creationId xmlns:a16="http://schemas.microsoft.com/office/drawing/2014/main" id="{70F594E7-32D0-45B9-A3CF-636CF6FCBD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8">
              <a:extLst>
                <a:ext uri="{FF2B5EF4-FFF2-40B4-BE49-F238E27FC236}">
                  <a16:creationId xmlns:a16="http://schemas.microsoft.com/office/drawing/2014/main" id="{8AEF60E1-26C2-4E3C-B839-347DDD23C3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9">
              <a:extLst>
                <a:ext uri="{FF2B5EF4-FFF2-40B4-BE49-F238E27FC236}">
                  <a16:creationId xmlns:a16="http://schemas.microsoft.com/office/drawing/2014/main" id="{792FE54B-EE9D-4E57-B6BC-6A9196BE89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0">
              <a:extLst>
                <a:ext uri="{FF2B5EF4-FFF2-40B4-BE49-F238E27FC236}">
                  <a16:creationId xmlns:a16="http://schemas.microsoft.com/office/drawing/2014/main" id="{72BE56DF-619D-463E-8F88-CABA09DA88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Rectangle 21">
              <a:extLst>
                <a:ext uri="{FF2B5EF4-FFF2-40B4-BE49-F238E27FC236}">
                  <a16:creationId xmlns:a16="http://schemas.microsoft.com/office/drawing/2014/main" id="{C7430457-1935-4BBF-A6A7-7C3125A02E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2">
              <a:extLst>
                <a:ext uri="{FF2B5EF4-FFF2-40B4-BE49-F238E27FC236}">
                  <a16:creationId xmlns:a16="http://schemas.microsoft.com/office/drawing/2014/main" id="{BB006150-E547-4E84-A2B1-59131F3D53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3">
              <a:extLst>
                <a:ext uri="{FF2B5EF4-FFF2-40B4-BE49-F238E27FC236}">
                  <a16:creationId xmlns:a16="http://schemas.microsoft.com/office/drawing/2014/main" id="{5A8CD074-956B-41A4-870B-001554B69B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24">
              <a:extLst>
                <a:ext uri="{FF2B5EF4-FFF2-40B4-BE49-F238E27FC236}">
                  <a16:creationId xmlns:a16="http://schemas.microsoft.com/office/drawing/2014/main" id="{070C253B-974E-459F-AD0B-7057224828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25">
              <a:extLst>
                <a:ext uri="{FF2B5EF4-FFF2-40B4-BE49-F238E27FC236}">
                  <a16:creationId xmlns:a16="http://schemas.microsoft.com/office/drawing/2014/main" id="{BBC07B3D-A631-44EA-861A-7D80383A10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6">
              <a:extLst>
                <a:ext uri="{FF2B5EF4-FFF2-40B4-BE49-F238E27FC236}">
                  <a16:creationId xmlns:a16="http://schemas.microsoft.com/office/drawing/2014/main" id="{32039DC6-B4CF-4A5A-8D17-3A568D125C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7">
              <a:extLst>
                <a:ext uri="{FF2B5EF4-FFF2-40B4-BE49-F238E27FC236}">
                  <a16:creationId xmlns:a16="http://schemas.microsoft.com/office/drawing/2014/main" id="{99E0C81F-5D8D-4AF8-BDE5-4DF75868F7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8">
              <a:extLst>
                <a:ext uri="{FF2B5EF4-FFF2-40B4-BE49-F238E27FC236}">
                  <a16:creationId xmlns:a16="http://schemas.microsoft.com/office/drawing/2014/main" id="{0D946680-855C-41EC-BBA2-61F6F776E5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29">
              <a:extLst>
                <a:ext uri="{FF2B5EF4-FFF2-40B4-BE49-F238E27FC236}">
                  <a16:creationId xmlns:a16="http://schemas.microsoft.com/office/drawing/2014/main" id="{E6FAD9E8-6E13-45A0-A5D6-8BCAD27B4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0">
              <a:extLst>
                <a:ext uri="{FF2B5EF4-FFF2-40B4-BE49-F238E27FC236}">
                  <a16:creationId xmlns:a16="http://schemas.microsoft.com/office/drawing/2014/main" id="{0CCBC8FA-0581-454F-9FD1-6B6102A1AA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31">
              <a:extLst>
                <a:ext uri="{FF2B5EF4-FFF2-40B4-BE49-F238E27FC236}">
                  <a16:creationId xmlns:a16="http://schemas.microsoft.com/office/drawing/2014/main" id="{5D6C328F-65A5-41E8-86E9-E4E638CC3B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40" name="Picture 2">
            <a:extLst>
              <a:ext uri="{FF2B5EF4-FFF2-40B4-BE49-F238E27FC236}">
                <a16:creationId xmlns:a16="http://schemas.microsoft.com/office/drawing/2014/main" id="{3E94A106-9341-485C-9057-9D62B2BD08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2" y="-2"/>
            <a:ext cx="3046144" cy="685800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 xmlns:dgm="http://schemas.openxmlformats.org/drawingml/2006/diagram" xmlns:p14="http://schemas.microsoft.com/office/powerpoint/2010/main" xmlns:a16="http://schemas.microsoft.com/office/drawing/2014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42" name="Rectangle 41">
            <a:extLst>
              <a:ext uri="{FF2B5EF4-FFF2-40B4-BE49-F238E27FC236}">
                <a16:creationId xmlns:a16="http://schemas.microsoft.com/office/drawing/2014/main" id="{B53044DC-4918-43DA-B49D-91673C6C94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853"/>
            <a:ext cx="3041715" cy="6858000"/>
          </a:xfrm>
          <a:prstGeom prst="rect">
            <a:avLst/>
          </a:prstGeom>
          <a:ln>
            <a:noFill/>
          </a:ln>
          <a:effectLst>
            <a:outerShdw blurRad="76200" dist="38100" algn="l" rotWithShape="0">
              <a:prstClr val="black">
                <a:alpha val="3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1DCE6B36-1420-43AB-86CF-4E653A517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92" y="-9998"/>
            <a:ext cx="915604" cy="6858001"/>
            <a:chOff x="-14288" y="0"/>
            <a:chExt cx="1220788" cy="6858001"/>
          </a:xfrm>
          <a:gradFill flip="none" rotWithShape="1">
            <a:gsLst>
              <a:gs pos="0">
                <a:schemeClr val="bg2"/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45" name="Rectangle 5">
              <a:extLst>
                <a:ext uri="{FF2B5EF4-FFF2-40B4-BE49-F238E27FC236}">
                  <a16:creationId xmlns:a16="http://schemas.microsoft.com/office/drawing/2014/main" id="{72626E0B-9628-468E-A713-011C02F602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6">
              <a:extLst>
                <a:ext uri="{FF2B5EF4-FFF2-40B4-BE49-F238E27FC236}">
                  <a16:creationId xmlns:a16="http://schemas.microsoft.com/office/drawing/2014/main" id="{93F7977A-BD91-4B0D-9A8D-372DB67AD8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7">
              <a:extLst>
                <a:ext uri="{FF2B5EF4-FFF2-40B4-BE49-F238E27FC236}">
                  <a16:creationId xmlns:a16="http://schemas.microsoft.com/office/drawing/2014/main" id="{9FEE6A56-01A1-404D-864E-1C2587C9AF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8">
              <a:extLst>
                <a:ext uri="{FF2B5EF4-FFF2-40B4-BE49-F238E27FC236}">
                  <a16:creationId xmlns:a16="http://schemas.microsoft.com/office/drawing/2014/main" id="{E74DBBF2-EF6F-4E3E-B183-F8EEE76094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9">
              <a:extLst>
                <a:ext uri="{FF2B5EF4-FFF2-40B4-BE49-F238E27FC236}">
                  <a16:creationId xmlns:a16="http://schemas.microsoft.com/office/drawing/2014/main" id="{ABCF0F27-B056-474C-A0FB-1DB747A92F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10">
              <a:extLst>
                <a:ext uri="{FF2B5EF4-FFF2-40B4-BE49-F238E27FC236}">
                  <a16:creationId xmlns:a16="http://schemas.microsoft.com/office/drawing/2014/main" id="{0A0A5B7B-BA2A-45CC-AABE-9D5B08A5DB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Freeform 11">
              <a:extLst>
                <a:ext uri="{FF2B5EF4-FFF2-40B4-BE49-F238E27FC236}">
                  <a16:creationId xmlns:a16="http://schemas.microsoft.com/office/drawing/2014/main" id="{3C9A5D2B-1787-4954-9108-B9D497A87C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Freeform 12">
              <a:extLst>
                <a:ext uri="{FF2B5EF4-FFF2-40B4-BE49-F238E27FC236}">
                  <a16:creationId xmlns:a16="http://schemas.microsoft.com/office/drawing/2014/main" id="{818C4F8B-7556-49A7-83C6-C8F631F6A9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13">
              <a:extLst>
                <a:ext uri="{FF2B5EF4-FFF2-40B4-BE49-F238E27FC236}">
                  <a16:creationId xmlns:a16="http://schemas.microsoft.com/office/drawing/2014/main" id="{22BED614-D078-47EA-9C72-190217FDD5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Freeform 14">
              <a:extLst>
                <a:ext uri="{FF2B5EF4-FFF2-40B4-BE49-F238E27FC236}">
                  <a16:creationId xmlns:a16="http://schemas.microsoft.com/office/drawing/2014/main" id="{73DE0BF2-86D7-4038-AC4B-AF0F116A58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15">
              <a:extLst>
                <a:ext uri="{FF2B5EF4-FFF2-40B4-BE49-F238E27FC236}">
                  <a16:creationId xmlns:a16="http://schemas.microsoft.com/office/drawing/2014/main" id="{11D8BB55-D027-420C-9EF9-49B3BA79DC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Line 16">
              <a:extLst>
                <a:ext uri="{FF2B5EF4-FFF2-40B4-BE49-F238E27FC236}">
                  <a16:creationId xmlns:a16="http://schemas.microsoft.com/office/drawing/2014/main" id="{3FAEF5CE-07ED-46A7-9777-D86C707195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Freeform 17">
              <a:extLst>
                <a:ext uri="{FF2B5EF4-FFF2-40B4-BE49-F238E27FC236}">
                  <a16:creationId xmlns:a16="http://schemas.microsoft.com/office/drawing/2014/main" id="{29CAFB1A-357C-4313-B734-1CD4E4F9D2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Freeform 18">
              <a:extLst>
                <a:ext uri="{FF2B5EF4-FFF2-40B4-BE49-F238E27FC236}">
                  <a16:creationId xmlns:a16="http://schemas.microsoft.com/office/drawing/2014/main" id="{653161D3-8634-4BB7-A2BC-028C4EAA15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Freeform 19">
              <a:extLst>
                <a:ext uri="{FF2B5EF4-FFF2-40B4-BE49-F238E27FC236}">
                  <a16:creationId xmlns:a16="http://schemas.microsoft.com/office/drawing/2014/main" id="{9537546A-6FF1-408B-AFE2-BBF7D34823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Freeform 20">
              <a:extLst>
                <a:ext uri="{FF2B5EF4-FFF2-40B4-BE49-F238E27FC236}">
                  <a16:creationId xmlns:a16="http://schemas.microsoft.com/office/drawing/2014/main" id="{F73EE662-79B7-404B-B1B8-0E096BE4CD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Rectangle 21">
              <a:extLst>
                <a:ext uri="{FF2B5EF4-FFF2-40B4-BE49-F238E27FC236}">
                  <a16:creationId xmlns:a16="http://schemas.microsoft.com/office/drawing/2014/main" id="{B6DDB906-1F52-4D64-8493-4816EDDD34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Freeform 22">
              <a:extLst>
                <a:ext uri="{FF2B5EF4-FFF2-40B4-BE49-F238E27FC236}">
                  <a16:creationId xmlns:a16="http://schemas.microsoft.com/office/drawing/2014/main" id="{4FA472A5-ABEA-4961-897B-7EB96AF09A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Freeform 23">
              <a:extLst>
                <a:ext uri="{FF2B5EF4-FFF2-40B4-BE49-F238E27FC236}">
                  <a16:creationId xmlns:a16="http://schemas.microsoft.com/office/drawing/2014/main" id="{54226E99-C38F-4456-A1F8-8897483FD9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Freeform 24">
              <a:extLst>
                <a:ext uri="{FF2B5EF4-FFF2-40B4-BE49-F238E27FC236}">
                  <a16:creationId xmlns:a16="http://schemas.microsoft.com/office/drawing/2014/main" id="{0A4A0196-A383-4629-B9A5-9C87E846C1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Freeform 25">
              <a:extLst>
                <a:ext uri="{FF2B5EF4-FFF2-40B4-BE49-F238E27FC236}">
                  <a16:creationId xmlns:a16="http://schemas.microsoft.com/office/drawing/2014/main" id="{BA5E608D-2E7B-4662-A9A0-18D4E0F0DC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6" name="Freeform 26">
              <a:extLst>
                <a:ext uri="{FF2B5EF4-FFF2-40B4-BE49-F238E27FC236}">
                  <a16:creationId xmlns:a16="http://schemas.microsoft.com/office/drawing/2014/main" id="{5E211F37-790F-4BD7-B055-022AE0C2E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7" name="Freeform 27">
              <a:extLst>
                <a:ext uri="{FF2B5EF4-FFF2-40B4-BE49-F238E27FC236}">
                  <a16:creationId xmlns:a16="http://schemas.microsoft.com/office/drawing/2014/main" id="{96F375D0-232A-490A-9499-CB5FBA3FD9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" name="Freeform 28">
              <a:extLst>
                <a:ext uri="{FF2B5EF4-FFF2-40B4-BE49-F238E27FC236}">
                  <a16:creationId xmlns:a16="http://schemas.microsoft.com/office/drawing/2014/main" id="{6B33B423-FD0F-4780-A0D6-32FC040B37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" name="Freeform 29">
              <a:extLst>
                <a:ext uri="{FF2B5EF4-FFF2-40B4-BE49-F238E27FC236}">
                  <a16:creationId xmlns:a16="http://schemas.microsoft.com/office/drawing/2014/main" id="{B6BD1710-838F-4CDD-A000-C6C710A6A0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" name="Freeform 30">
              <a:extLst>
                <a:ext uri="{FF2B5EF4-FFF2-40B4-BE49-F238E27FC236}">
                  <a16:creationId xmlns:a16="http://schemas.microsoft.com/office/drawing/2014/main" id="{0BB93533-1C95-4B0A-B0E2-168602B085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" name="Freeform 31">
              <a:extLst>
                <a:ext uri="{FF2B5EF4-FFF2-40B4-BE49-F238E27FC236}">
                  <a16:creationId xmlns:a16="http://schemas.microsoft.com/office/drawing/2014/main" id="{CB0B113D-1987-4D89-A475-511E092FE1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73" name="Picture 2">
            <a:extLst>
              <a:ext uri="{FF2B5EF4-FFF2-40B4-BE49-F238E27FC236}">
                <a16:creationId xmlns:a16="http://schemas.microsoft.com/office/drawing/2014/main" id="{9BE36DBF-0333-4D36-A5BF-81FDA2406F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2" y="-13238"/>
            <a:ext cx="3047039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:dgm="http://schemas.openxmlformats.org/drawingml/2006/diagram" xmlns:p14="http://schemas.microsoft.com/office/powerpoint/2010/main" xmlns:a16="http://schemas.microsoft.com/office/drawing/2014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9997" y="1134681"/>
            <a:ext cx="2057483" cy="4255025"/>
          </a:xfrm>
        </p:spPr>
        <p:txBody>
          <a:bodyPr>
            <a:normAutofit/>
          </a:bodyPr>
          <a:lstStyle/>
          <a:p>
            <a:r>
              <a:rPr lang="en-US" sz="2800">
                <a:solidFill>
                  <a:srgbClr val="FFFFFF"/>
                </a:solidFill>
              </a:rPr>
              <a:t>Evaluation Tasks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31A70D8-2CC4-F6F2-ED87-D6FA3C7FD22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27415339"/>
              </p:ext>
            </p:extLst>
          </p:nvPr>
        </p:nvGraphicFramePr>
        <p:xfrm>
          <a:off x="3496641" y="1134682"/>
          <a:ext cx="5019561" cy="42550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6B Toolformer beats 175B GPT-3 on many tasks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59EDCA-205B-8547-FF16-F94D784AF3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00200"/>
            <a:ext cx="9144000" cy="433136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A300B7-54F7-5B92-5A78-09F6CFF853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8DA07-7C26-9BD7-4FF7-BE4FD7467B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2AD00A-D7BA-20F2-275A-AE83A501B9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6B Toolformer beats 175B GPT-3 on many tasks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98775B9-3E0E-2C30-7F5D-8F0CA7633B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191" y="1737675"/>
            <a:ext cx="9144000" cy="4053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42519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74872A0B-8668-4500-9509-EAA581B26C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9144002" cy="6858001"/>
            <a:chOff x="0" y="-1"/>
            <a:chExt cx="12192003" cy="6858001"/>
          </a:xfrm>
        </p:grpSpPr>
        <p:sp useBgFill="1">
          <p:nvSpPr>
            <p:cNvPr id="10" name="Rectangle 9">
              <a:extLst>
                <a:ext uri="{FF2B5EF4-FFF2-40B4-BE49-F238E27FC236}">
                  <a16:creationId xmlns:a16="http://schemas.microsoft.com/office/drawing/2014/main" id="{8B504305-5526-408E-85F7-F0BA7E527C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-1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1" name="Picture 2">
              <a:extLst>
                <a:ext uri="{FF2B5EF4-FFF2-40B4-BE49-F238E27FC236}">
                  <a16:creationId xmlns:a16="http://schemas.microsoft.com/office/drawing/2014/main" id="{5827CE64-2533-45A6-9A39-7D5052E5CE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 noChangeArrowheads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4">
              <a:alphaModFix amt="30000"/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1"/>
              <a:ext cx="12192003" cy="6858001"/>
            </a:xfrm>
            <a:prstGeom prst="rect">
              <a:avLst/>
            </a:prstGeom>
            <a:noFill/>
            <a:extLst>
              <a:ext uri="{909E8E84-426E-40dd-AFC4-6F175D3DCCD1}">
                <a14:hiddenFill xmlns:p14="http://schemas.microsoft.com/office/powerpoint/2010/main" xmlns:a14="http://schemas.microsoft.com/office/drawing/2010/main" xmlns:a16="http://schemas.microsoft.com/office/drawing/2014/main" xmlns="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36318" y="618518"/>
            <a:ext cx="3449239" cy="1478570"/>
          </a:xfrm>
        </p:spPr>
        <p:txBody>
          <a:bodyPr>
            <a:normAutofit/>
          </a:bodyPr>
          <a:lstStyle/>
          <a:p>
            <a:r>
              <a:t>Limitations</a:t>
            </a:r>
          </a:p>
        </p:txBody>
      </p:sp>
      <p:pic>
        <p:nvPicPr>
          <p:cNvPr id="5" name="Picture 4" descr="Black chains">
            <a:extLst>
              <a:ext uri="{FF2B5EF4-FFF2-40B4-BE49-F238E27FC236}">
                <a16:creationId xmlns:a16="http://schemas.microsoft.com/office/drawing/2014/main" id="{59313C58-1F00-035E-7F02-9B80FADD219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1882" r="28405" b="-2"/>
          <a:stretch>
            <a:fillRect/>
          </a:stretch>
        </p:blipFill>
        <p:spPr>
          <a:xfrm>
            <a:off x="-4197" y="10"/>
            <a:ext cx="4576197" cy="6857990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240590EE-5428-41AA-95B2-96FCC1CE67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0"/>
            <a:ext cx="1728807" cy="6858001"/>
            <a:chOff x="0" y="0"/>
            <a:chExt cx="2305051" cy="6858001"/>
          </a:xfrm>
          <a:solidFill>
            <a:schemeClr val="tx1">
              <a:alpha val="70000"/>
            </a:schemeClr>
          </a:solidFill>
          <a:effectLst/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94DCC55-99C6-45CF-B357-E3848C8093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63D64E32-FF0C-4665-B9D8-D1ECAAE5BA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7">
              <a:extLst>
                <a:ext uri="{FF2B5EF4-FFF2-40B4-BE49-F238E27FC236}">
                  <a16:creationId xmlns:a16="http://schemas.microsoft.com/office/drawing/2014/main" id="{3675001D-3840-4589-8190-505A7F52F0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19E34E87-395F-4023-A80E-D1CBAAEBD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6FB1B38F-1B92-41C3-AA1D-6D6440FB0D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02FBE453-FBD2-4348-8DDA-4A023444EC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1">
              <a:extLst>
                <a:ext uri="{FF2B5EF4-FFF2-40B4-BE49-F238E27FC236}">
                  <a16:creationId xmlns:a16="http://schemas.microsoft.com/office/drawing/2014/main" id="{60D719E8-BF78-4F42-B9D1-7F5E02A369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2">
              <a:extLst>
                <a:ext uri="{FF2B5EF4-FFF2-40B4-BE49-F238E27FC236}">
                  <a16:creationId xmlns:a16="http://schemas.microsoft.com/office/drawing/2014/main" id="{5EC70737-9C19-4CF5-84DA-B22A960D53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3">
              <a:extLst>
                <a:ext uri="{FF2B5EF4-FFF2-40B4-BE49-F238E27FC236}">
                  <a16:creationId xmlns:a16="http://schemas.microsoft.com/office/drawing/2014/main" id="{88FD042E-E56E-4360-9620-F811AB9A33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4">
              <a:extLst>
                <a:ext uri="{FF2B5EF4-FFF2-40B4-BE49-F238E27FC236}">
                  <a16:creationId xmlns:a16="http://schemas.microsoft.com/office/drawing/2014/main" id="{18F15D2B-0812-46F6-B0F4-6A6714B543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5">
              <a:extLst>
                <a:ext uri="{FF2B5EF4-FFF2-40B4-BE49-F238E27FC236}">
                  <a16:creationId xmlns:a16="http://schemas.microsoft.com/office/drawing/2014/main" id="{0C2F2A50-98DD-4F92-BDFE-B72E235766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6">
              <a:extLst>
                <a:ext uri="{FF2B5EF4-FFF2-40B4-BE49-F238E27FC236}">
                  <a16:creationId xmlns:a16="http://schemas.microsoft.com/office/drawing/2014/main" id="{473541D9-6DAE-4718-97D4-8952F4E7CC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7">
              <a:extLst>
                <a:ext uri="{FF2B5EF4-FFF2-40B4-BE49-F238E27FC236}">
                  <a16:creationId xmlns:a16="http://schemas.microsoft.com/office/drawing/2014/main" id="{3A56C5E9-011C-44D2-AF94-3BF5420433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18">
              <a:extLst>
                <a:ext uri="{FF2B5EF4-FFF2-40B4-BE49-F238E27FC236}">
                  <a16:creationId xmlns:a16="http://schemas.microsoft.com/office/drawing/2014/main" id="{CD279E0E-1CD5-4F41-96A5-3A09707E81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19">
              <a:extLst>
                <a:ext uri="{FF2B5EF4-FFF2-40B4-BE49-F238E27FC236}">
                  <a16:creationId xmlns:a16="http://schemas.microsoft.com/office/drawing/2014/main" id="{F5A6F094-9E54-4985-8738-D2067A4F07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0">
              <a:extLst>
                <a:ext uri="{FF2B5EF4-FFF2-40B4-BE49-F238E27FC236}">
                  <a16:creationId xmlns:a16="http://schemas.microsoft.com/office/drawing/2014/main" id="{99D51F59-FA93-490E-B9CF-97BB63747C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1">
              <a:extLst>
                <a:ext uri="{FF2B5EF4-FFF2-40B4-BE49-F238E27FC236}">
                  <a16:creationId xmlns:a16="http://schemas.microsoft.com/office/drawing/2014/main" id="{3CD83DC6-F4A0-4A4D-AAC3-83983F960D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22">
              <a:extLst>
                <a:ext uri="{FF2B5EF4-FFF2-40B4-BE49-F238E27FC236}">
                  <a16:creationId xmlns:a16="http://schemas.microsoft.com/office/drawing/2014/main" id="{6E9B4028-C74F-4631-8312-68B30E6E62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23">
              <a:extLst>
                <a:ext uri="{FF2B5EF4-FFF2-40B4-BE49-F238E27FC236}">
                  <a16:creationId xmlns:a16="http://schemas.microsoft.com/office/drawing/2014/main" id="{1E3337C9-1DDE-4E2E-8519-7D2C23C95F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4">
              <a:extLst>
                <a:ext uri="{FF2B5EF4-FFF2-40B4-BE49-F238E27FC236}">
                  <a16:creationId xmlns:a16="http://schemas.microsoft.com/office/drawing/2014/main" id="{754A526E-6EC0-458A-9C4C-008F6749CD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5">
              <a:extLst>
                <a:ext uri="{FF2B5EF4-FFF2-40B4-BE49-F238E27FC236}">
                  <a16:creationId xmlns:a16="http://schemas.microsoft.com/office/drawing/2014/main" id="{6A3DA723-7448-48CF-8BD2-FED2D4FED5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6">
              <a:extLst>
                <a:ext uri="{FF2B5EF4-FFF2-40B4-BE49-F238E27FC236}">
                  <a16:creationId xmlns:a16="http://schemas.microsoft.com/office/drawing/2014/main" id="{9B506EC1-D8A8-4532-B78B-A236567EE0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27">
              <a:extLst>
                <a:ext uri="{FF2B5EF4-FFF2-40B4-BE49-F238E27FC236}">
                  <a16:creationId xmlns:a16="http://schemas.microsoft.com/office/drawing/2014/main" id="{AA9DFB36-74F4-4977-ABC5-3257EDA331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28">
              <a:extLst>
                <a:ext uri="{FF2B5EF4-FFF2-40B4-BE49-F238E27FC236}">
                  <a16:creationId xmlns:a16="http://schemas.microsoft.com/office/drawing/2014/main" id="{966A7FBA-BB79-4AF0-90C2-5F2BC9F2D1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29">
              <a:extLst>
                <a:ext uri="{FF2B5EF4-FFF2-40B4-BE49-F238E27FC236}">
                  <a16:creationId xmlns:a16="http://schemas.microsoft.com/office/drawing/2014/main" id="{23BB8A47-FF1B-44E5-8D93-7ADF37F1D7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30">
              <a:extLst>
                <a:ext uri="{FF2B5EF4-FFF2-40B4-BE49-F238E27FC236}">
                  <a16:creationId xmlns:a16="http://schemas.microsoft.com/office/drawing/2014/main" id="{E463E1B7-7BED-4425-95B7-F6F75F8733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Freeform 31">
              <a:extLst>
                <a:ext uri="{FF2B5EF4-FFF2-40B4-BE49-F238E27FC236}">
                  <a16:creationId xmlns:a16="http://schemas.microsoft.com/office/drawing/2014/main" id="{749D0675-4397-4610-9807-2F7C1CC942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32">
              <a:extLst>
                <a:ext uri="{FF2B5EF4-FFF2-40B4-BE49-F238E27FC236}">
                  <a16:creationId xmlns:a16="http://schemas.microsoft.com/office/drawing/2014/main" id="{DE7617CF-8919-43C3-9557-08D67C7DAF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3DB68720-7E37-4930-9900-8632140D62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34">
              <a:extLst>
                <a:ext uri="{FF2B5EF4-FFF2-40B4-BE49-F238E27FC236}">
                  <a16:creationId xmlns:a16="http://schemas.microsoft.com/office/drawing/2014/main" id="{202F13DF-5B76-468E-A95E-80780788BD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35">
              <a:extLst>
                <a:ext uri="{FF2B5EF4-FFF2-40B4-BE49-F238E27FC236}">
                  <a16:creationId xmlns:a16="http://schemas.microsoft.com/office/drawing/2014/main" id="{219143C2-6062-4C2C-9563-6534108E35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36">
              <a:extLst>
                <a:ext uri="{FF2B5EF4-FFF2-40B4-BE49-F238E27FC236}">
                  <a16:creationId xmlns:a16="http://schemas.microsoft.com/office/drawing/2014/main" id="{38413A0C-26DB-479B-B747-1D81361007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37">
              <a:extLst>
                <a:ext uri="{FF2B5EF4-FFF2-40B4-BE49-F238E27FC236}">
                  <a16:creationId xmlns:a16="http://schemas.microsoft.com/office/drawing/2014/main" id="{CB526B5F-4FAA-4B4C-8AF8-B98EC74A3D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38">
              <a:extLst>
                <a:ext uri="{FF2B5EF4-FFF2-40B4-BE49-F238E27FC236}">
                  <a16:creationId xmlns:a16="http://schemas.microsoft.com/office/drawing/2014/main" id="{54FFF88E-6D69-4AE9-8378-D164191557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39">
              <a:extLst>
                <a:ext uri="{FF2B5EF4-FFF2-40B4-BE49-F238E27FC236}">
                  <a16:creationId xmlns:a16="http://schemas.microsoft.com/office/drawing/2014/main" id="{8008115A-CE00-4E36-BAF1-B511F21E8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40">
              <a:extLst>
                <a:ext uri="{FF2B5EF4-FFF2-40B4-BE49-F238E27FC236}">
                  <a16:creationId xmlns:a16="http://schemas.microsoft.com/office/drawing/2014/main" id="{2935DB29-6F85-47D8-863C-11386389DB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41">
              <a:extLst>
                <a:ext uri="{FF2B5EF4-FFF2-40B4-BE49-F238E27FC236}">
                  <a16:creationId xmlns:a16="http://schemas.microsoft.com/office/drawing/2014/main" id="{4FB8E51B-1AC1-4671-B181-473C29BECD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Freeform 42">
              <a:extLst>
                <a:ext uri="{FF2B5EF4-FFF2-40B4-BE49-F238E27FC236}">
                  <a16:creationId xmlns:a16="http://schemas.microsoft.com/office/drawing/2014/main" id="{91E6AE4F-959F-4ED7-A199-8C0307E40E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Freeform 43">
              <a:extLst>
                <a:ext uri="{FF2B5EF4-FFF2-40B4-BE49-F238E27FC236}">
                  <a16:creationId xmlns:a16="http://schemas.microsoft.com/office/drawing/2014/main" id="{A0445E55-0009-44A5-AA6A-350D9D48A2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44">
              <a:extLst>
                <a:ext uri="{FF2B5EF4-FFF2-40B4-BE49-F238E27FC236}">
                  <a16:creationId xmlns:a16="http://schemas.microsoft.com/office/drawing/2014/main" id="{B5291C75-4ECA-4829-B824-5725C32905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6793376D-3E7C-4F04-8BC8-EC4820622B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46">
              <a:extLst>
                <a:ext uri="{FF2B5EF4-FFF2-40B4-BE49-F238E27FC236}">
                  <a16:creationId xmlns:a16="http://schemas.microsoft.com/office/drawing/2014/main" id="{3596510A-5528-445D-AFEA-6E3F89BA84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Freeform 47">
              <a:extLst>
                <a:ext uri="{FF2B5EF4-FFF2-40B4-BE49-F238E27FC236}">
                  <a16:creationId xmlns:a16="http://schemas.microsoft.com/office/drawing/2014/main" id="{E1B69479-D8C9-4E2E-A931-4D49C4FD76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Freeform 48">
              <a:extLst>
                <a:ext uri="{FF2B5EF4-FFF2-40B4-BE49-F238E27FC236}">
                  <a16:creationId xmlns:a16="http://schemas.microsoft.com/office/drawing/2014/main" id="{0A759A2E-A8B1-44C8-B3F9-A16714C895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Freeform 49">
              <a:extLst>
                <a:ext uri="{FF2B5EF4-FFF2-40B4-BE49-F238E27FC236}">
                  <a16:creationId xmlns:a16="http://schemas.microsoft.com/office/drawing/2014/main" id="{6C2B3B3C-1DC9-4352-BB73-801976C8F5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Freeform 50">
              <a:extLst>
                <a:ext uri="{FF2B5EF4-FFF2-40B4-BE49-F238E27FC236}">
                  <a16:creationId xmlns:a16="http://schemas.microsoft.com/office/drawing/2014/main" id="{EE22E3A8-5789-4189-9AC7-98D6826B03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Freeform 51">
              <a:extLst>
                <a:ext uri="{FF2B5EF4-FFF2-40B4-BE49-F238E27FC236}">
                  <a16:creationId xmlns:a16="http://schemas.microsoft.com/office/drawing/2014/main" id="{9AC0FC74-D003-4D0D-9CAF-F6A03739E2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Freeform 52">
              <a:extLst>
                <a:ext uri="{FF2B5EF4-FFF2-40B4-BE49-F238E27FC236}">
                  <a16:creationId xmlns:a16="http://schemas.microsoft.com/office/drawing/2014/main" id="{126C2057-02E1-4348-ABEB-EAC063A17E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Freeform 53">
              <a:extLst>
                <a:ext uri="{FF2B5EF4-FFF2-40B4-BE49-F238E27FC236}">
                  <a16:creationId xmlns:a16="http://schemas.microsoft.com/office/drawing/2014/main" id="{5150586D-D743-4392-844F-F2AFCCE649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Freeform 54">
              <a:extLst>
                <a:ext uri="{FF2B5EF4-FFF2-40B4-BE49-F238E27FC236}">
                  <a16:creationId xmlns:a16="http://schemas.microsoft.com/office/drawing/2014/main" id="{9E5B157A-534E-4879-8013-D02864E76F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Freeform 55">
              <a:extLst>
                <a:ext uri="{FF2B5EF4-FFF2-40B4-BE49-F238E27FC236}">
                  <a16:creationId xmlns:a16="http://schemas.microsoft.com/office/drawing/2014/main" id="{CEE2DD73-7E8C-4F26-8E93-8C32D11B26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Freeform 56">
              <a:extLst>
                <a:ext uri="{FF2B5EF4-FFF2-40B4-BE49-F238E27FC236}">
                  <a16:creationId xmlns:a16="http://schemas.microsoft.com/office/drawing/2014/main" id="{908CAC5F-DD8E-4A58-BD4C-6D8D29FA49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6" name="Freeform 57">
              <a:extLst>
                <a:ext uri="{FF2B5EF4-FFF2-40B4-BE49-F238E27FC236}">
                  <a16:creationId xmlns:a16="http://schemas.microsoft.com/office/drawing/2014/main" id="{20F130CF-281E-408C-9884-5F8B22CA1D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7" name="Freeform 58">
              <a:extLst>
                <a:ext uri="{FF2B5EF4-FFF2-40B4-BE49-F238E27FC236}">
                  <a16:creationId xmlns:a16="http://schemas.microsoft.com/office/drawing/2014/main" id="{3BC78068-9115-4D5D-9B2B-6F9BD9C296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36318" y="2249487"/>
            <a:ext cx="3449240" cy="3541714"/>
          </a:xfrm>
        </p:spPr>
        <p:txBody>
          <a:bodyPr>
            <a:normAutofit/>
          </a:bodyPr>
          <a:lstStyle/>
          <a:p>
            <a:r>
              <a:t>One tool at a time</a:t>
            </a:r>
          </a:p>
          <a:p>
            <a:r>
              <a:t>No chaining</a:t>
            </a:r>
          </a:p>
          <a:p>
            <a:r>
              <a:t>Prompt sensitivity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9AE4726C-1831-4FE3-9A11-227F0DC2F0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9144002" cy="6858001"/>
            <a:chOff x="0" y="-1"/>
            <a:chExt cx="12192003" cy="6858001"/>
          </a:xfrm>
        </p:grpSpPr>
        <p:sp useBgFill="1">
          <p:nvSpPr>
            <p:cNvPr id="10" name="Rectangle 9">
              <a:extLst>
                <a:ext uri="{FF2B5EF4-FFF2-40B4-BE49-F238E27FC236}">
                  <a16:creationId xmlns:a16="http://schemas.microsoft.com/office/drawing/2014/main" id="{B651D7F7-8C54-448E-A268-1CBFAD87D4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-1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1" name="Picture 2">
              <a:extLst>
                <a:ext uri="{FF2B5EF4-FFF2-40B4-BE49-F238E27FC236}">
                  <a16:creationId xmlns:a16="http://schemas.microsoft.com/office/drawing/2014/main" id="{E3B56E94-40E1-489A-98B2-A3238D66A0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 noChangeArrowheads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4">
              <a:alphaModFix amt="30000"/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1"/>
              <a:ext cx="12192003" cy="6858001"/>
            </a:xfrm>
            <a:prstGeom prst="rect">
              <a:avLst/>
            </a:prstGeom>
            <a:noFill/>
            <a:extLst>
              <a:ext uri="{909E8E84-426E-40dd-AFC4-6F175D3DCCD1}">
                <a14:hiddenFill xmlns:p14="http://schemas.microsoft.com/office/powerpoint/2010/main" xmlns:a14="http://schemas.microsoft.com/office/drawing/2010/main" xmlns:a16="http://schemas.microsoft.com/office/drawing/2014/main" xmlns="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47522" y="618518"/>
            <a:ext cx="4538035" cy="1478570"/>
          </a:xfrm>
        </p:spPr>
        <p:txBody>
          <a:bodyPr>
            <a:normAutofit/>
          </a:bodyPr>
          <a:lstStyle/>
          <a:p>
            <a:r>
              <a:t>Industry Impact</a:t>
            </a:r>
          </a:p>
        </p:txBody>
      </p:sp>
      <p:pic>
        <p:nvPicPr>
          <p:cNvPr id="5" name="Picture 4" descr="A robot using a laptop sitting on a blue chair">
            <a:extLst>
              <a:ext uri="{FF2B5EF4-FFF2-40B4-BE49-F238E27FC236}">
                <a16:creationId xmlns:a16="http://schemas.microsoft.com/office/drawing/2014/main" id="{12659CF0-57C5-5E18-A270-D27F7C27EFC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3053" r="8431"/>
          <a:stretch>
            <a:fillRect/>
          </a:stretch>
        </p:blipFill>
        <p:spPr>
          <a:xfrm>
            <a:off x="-4197" y="10"/>
            <a:ext cx="3476686" cy="6857990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E916825F-759B-4F1A-BA80-AF7137691E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0"/>
            <a:ext cx="1728807" cy="6858001"/>
            <a:chOff x="0" y="0"/>
            <a:chExt cx="2305051" cy="6858001"/>
          </a:xfrm>
          <a:solidFill>
            <a:schemeClr val="tx1">
              <a:alpha val="70000"/>
            </a:schemeClr>
          </a:solidFill>
          <a:effectLst/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AF64541-DE3B-4DBB-84E1-907956469E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9175DCC0-514A-4CA1-AD9A-1BB0FFF1B4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7">
              <a:extLst>
                <a:ext uri="{FF2B5EF4-FFF2-40B4-BE49-F238E27FC236}">
                  <a16:creationId xmlns:a16="http://schemas.microsoft.com/office/drawing/2014/main" id="{10371924-94D9-48AF-9D5B-6471775BE8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7C964FF9-A41A-438C-A22B-62690C98F1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61716CD6-1875-4567-B3E2-364CD0960D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31A293D3-7189-453D-AB91-1291AAFF3D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1">
              <a:extLst>
                <a:ext uri="{FF2B5EF4-FFF2-40B4-BE49-F238E27FC236}">
                  <a16:creationId xmlns:a16="http://schemas.microsoft.com/office/drawing/2014/main" id="{87CB4EFE-58B3-4326-9CFB-A2AFADDFA5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2">
              <a:extLst>
                <a:ext uri="{FF2B5EF4-FFF2-40B4-BE49-F238E27FC236}">
                  <a16:creationId xmlns:a16="http://schemas.microsoft.com/office/drawing/2014/main" id="{249CF4D3-B5A3-4287-BC9D-E9BB8FA6E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3">
              <a:extLst>
                <a:ext uri="{FF2B5EF4-FFF2-40B4-BE49-F238E27FC236}">
                  <a16:creationId xmlns:a16="http://schemas.microsoft.com/office/drawing/2014/main" id="{4D2515F2-4D11-41AF-A6B1-7D084BEA98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4">
              <a:extLst>
                <a:ext uri="{FF2B5EF4-FFF2-40B4-BE49-F238E27FC236}">
                  <a16:creationId xmlns:a16="http://schemas.microsoft.com/office/drawing/2014/main" id="{331BCBF4-0DC2-426E-84B3-AE38E403C9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5">
              <a:extLst>
                <a:ext uri="{FF2B5EF4-FFF2-40B4-BE49-F238E27FC236}">
                  <a16:creationId xmlns:a16="http://schemas.microsoft.com/office/drawing/2014/main" id="{EC8AF156-0BE9-437D-A83B-87364146D0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6">
              <a:extLst>
                <a:ext uri="{FF2B5EF4-FFF2-40B4-BE49-F238E27FC236}">
                  <a16:creationId xmlns:a16="http://schemas.microsoft.com/office/drawing/2014/main" id="{AC8CB256-3F62-4406-88F5-CE2421FF25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7">
              <a:extLst>
                <a:ext uri="{FF2B5EF4-FFF2-40B4-BE49-F238E27FC236}">
                  <a16:creationId xmlns:a16="http://schemas.microsoft.com/office/drawing/2014/main" id="{F3E812EB-415E-4B60-B0FB-65386882CE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18">
              <a:extLst>
                <a:ext uri="{FF2B5EF4-FFF2-40B4-BE49-F238E27FC236}">
                  <a16:creationId xmlns:a16="http://schemas.microsoft.com/office/drawing/2014/main" id="{EB4C95D7-8E6D-45EC-8CA1-9123D718E3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19">
              <a:extLst>
                <a:ext uri="{FF2B5EF4-FFF2-40B4-BE49-F238E27FC236}">
                  <a16:creationId xmlns:a16="http://schemas.microsoft.com/office/drawing/2014/main" id="{83F62FD2-2F62-4495-997C-8BD7F95AB8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0">
              <a:extLst>
                <a:ext uri="{FF2B5EF4-FFF2-40B4-BE49-F238E27FC236}">
                  <a16:creationId xmlns:a16="http://schemas.microsoft.com/office/drawing/2014/main" id="{B7DFE0F9-22A3-4846-8D4E-0D193BD328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1">
              <a:extLst>
                <a:ext uri="{FF2B5EF4-FFF2-40B4-BE49-F238E27FC236}">
                  <a16:creationId xmlns:a16="http://schemas.microsoft.com/office/drawing/2014/main" id="{244DAF25-7415-491A-9FF6-E04BC2DC2E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22">
              <a:extLst>
                <a:ext uri="{FF2B5EF4-FFF2-40B4-BE49-F238E27FC236}">
                  <a16:creationId xmlns:a16="http://schemas.microsoft.com/office/drawing/2014/main" id="{7ACA3646-863C-4D00-A58A-62C7FE71CE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23">
              <a:extLst>
                <a:ext uri="{FF2B5EF4-FFF2-40B4-BE49-F238E27FC236}">
                  <a16:creationId xmlns:a16="http://schemas.microsoft.com/office/drawing/2014/main" id="{0EA18B38-BD42-45ED-8458-FB205DBC76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4">
              <a:extLst>
                <a:ext uri="{FF2B5EF4-FFF2-40B4-BE49-F238E27FC236}">
                  <a16:creationId xmlns:a16="http://schemas.microsoft.com/office/drawing/2014/main" id="{45302917-5DBE-4CF2-B52F-478F93FDDE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5">
              <a:extLst>
                <a:ext uri="{FF2B5EF4-FFF2-40B4-BE49-F238E27FC236}">
                  <a16:creationId xmlns:a16="http://schemas.microsoft.com/office/drawing/2014/main" id="{8E61E6FD-D40E-479C-ABE9-2B69AE20D8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6">
              <a:extLst>
                <a:ext uri="{FF2B5EF4-FFF2-40B4-BE49-F238E27FC236}">
                  <a16:creationId xmlns:a16="http://schemas.microsoft.com/office/drawing/2014/main" id="{2F4DEB4F-F824-48D7-AF9B-B5D905DCD1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27">
              <a:extLst>
                <a:ext uri="{FF2B5EF4-FFF2-40B4-BE49-F238E27FC236}">
                  <a16:creationId xmlns:a16="http://schemas.microsoft.com/office/drawing/2014/main" id="{F76CFA02-6090-4464-B573-BCA350C901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28">
              <a:extLst>
                <a:ext uri="{FF2B5EF4-FFF2-40B4-BE49-F238E27FC236}">
                  <a16:creationId xmlns:a16="http://schemas.microsoft.com/office/drawing/2014/main" id="{51BE8BEC-76C7-41FE-AB76-35194C2442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29">
              <a:extLst>
                <a:ext uri="{FF2B5EF4-FFF2-40B4-BE49-F238E27FC236}">
                  <a16:creationId xmlns:a16="http://schemas.microsoft.com/office/drawing/2014/main" id="{710F61D4-3B34-45A9-B9B7-CE0373AB49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30">
              <a:extLst>
                <a:ext uri="{FF2B5EF4-FFF2-40B4-BE49-F238E27FC236}">
                  <a16:creationId xmlns:a16="http://schemas.microsoft.com/office/drawing/2014/main" id="{451F080F-4CFB-4626-87CA-BB4CACA1C6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Freeform 31">
              <a:extLst>
                <a:ext uri="{FF2B5EF4-FFF2-40B4-BE49-F238E27FC236}">
                  <a16:creationId xmlns:a16="http://schemas.microsoft.com/office/drawing/2014/main" id="{667BBD71-2295-4A66-B76C-F82175C2B0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32">
              <a:extLst>
                <a:ext uri="{FF2B5EF4-FFF2-40B4-BE49-F238E27FC236}">
                  <a16:creationId xmlns:a16="http://schemas.microsoft.com/office/drawing/2014/main" id="{B6644DE8-5BD1-4D5F-B245-0D3A21BCE1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A4DE8FD0-E681-4D9C-85C2-BEA4C2B3A0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34">
              <a:extLst>
                <a:ext uri="{FF2B5EF4-FFF2-40B4-BE49-F238E27FC236}">
                  <a16:creationId xmlns:a16="http://schemas.microsoft.com/office/drawing/2014/main" id="{D46033BD-1026-4388-B926-9D11E1D7C4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35">
              <a:extLst>
                <a:ext uri="{FF2B5EF4-FFF2-40B4-BE49-F238E27FC236}">
                  <a16:creationId xmlns:a16="http://schemas.microsoft.com/office/drawing/2014/main" id="{1FA74D4C-2E28-42C5-A7FA-3C7D6BD8B7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36">
              <a:extLst>
                <a:ext uri="{FF2B5EF4-FFF2-40B4-BE49-F238E27FC236}">
                  <a16:creationId xmlns:a16="http://schemas.microsoft.com/office/drawing/2014/main" id="{FADF7B3F-903C-456C-983E-C9868DDAB9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37">
              <a:extLst>
                <a:ext uri="{FF2B5EF4-FFF2-40B4-BE49-F238E27FC236}">
                  <a16:creationId xmlns:a16="http://schemas.microsoft.com/office/drawing/2014/main" id="{033F8698-1549-44AD-8DAD-0055D7B807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38">
              <a:extLst>
                <a:ext uri="{FF2B5EF4-FFF2-40B4-BE49-F238E27FC236}">
                  <a16:creationId xmlns:a16="http://schemas.microsoft.com/office/drawing/2014/main" id="{F1BDD4B6-46FD-4048-ADF1-32EADD9E5A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39">
              <a:extLst>
                <a:ext uri="{FF2B5EF4-FFF2-40B4-BE49-F238E27FC236}">
                  <a16:creationId xmlns:a16="http://schemas.microsoft.com/office/drawing/2014/main" id="{E7F387A7-B3BF-4B1A-BFCA-2D21AD3DFE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40">
              <a:extLst>
                <a:ext uri="{FF2B5EF4-FFF2-40B4-BE49-F238E27FC236}">
                  <a16:creationId xmlns:a16="http://schemas.microsoft.com/office/drawing/2014/main" id="{7A1B6BC8-EA82-459D-A0E0-4EBE394E71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41">
              <a:extLst>
                <a:ext uri="{FF2B5EF4-FFF2-40B4-BE49-F238E27FC236}">
                  <a16:creationId xmlns:a16="http://schemas.microsoft.com/office/drawing/2014/main" id="{8B94E190-DDC2-4545-906F-A1699BD73D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Freeform 42">
              <a:extLst>
                <a:ext uri="{FF2B5EF4-FFF2-40B4-BE49-F238E27FC236}">
                  <a16:creationId xmlns:a16="http://schemas.microsoft.com/office/drawing/2014/main" id="{D9807239-A5BA-4BB3-9194-BCE3B2F21C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Freeform 43">
              <a:extLst>
                <a:ext uri="{FF2B5EF4-FFF2-40B4-BE49-F238E27FC236}">
                  <a16:creationId xmlns:a16="http://schemas.microsoft.com/office/drawing/2014/main" id="{04D300FD-DC53-4375-8981-09EA63BCF1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44">
              <a:extLst>
                <a:ext uri="{FF2B5EF4-FFF2-40B4-BE49-F238E27FC236}">
                  <a16:creationId xmlns:a16="http://schemas.microsoft.com/office/drawing/2014/main" id="{1DF83FFD-4C16-41FD-928F-6E88AFC451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A5B4BC2F-B667-462B-99D8-0C433124AB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46">
              <a:extLst>
                <a:ext uri="{FF2B5EF4-FFF2-40B4-BE49-F238E27FC236}">
                  <a16:creationId xmlns:a16="http://schemas.microsoft.com/office/drawing/2014/main" id="{0CBD9EFB-AC61-4674-B75A-56449003CC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Freeform 47">
              <a:extLst>
                <a:ext uri="{FF2B5EF4-FFF2-40B4-BE49-F238E27FC236}">
                  <a16:creationId xmlns:a16="http://schemas.microsoft.com/office/drawing/2014/main" id="{1AD4BBB0-F6A7-451F-BE09-DF619F38EB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Freeform 48">
              <a:extLst>
                <a:ext uri="{FF2B5EF4-FFF2-40B4-BE49-F238E27FC236}">
                  <a16:creationId xmlns:a16="http://schemas.microsoft.com/office/drawing/2014/main" id="{A258B285-AE5E-473A-AA72-3C95E1D833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Freeform 49">
              <a:extLst>
                <a:ext uri="{FF2B5EF4-FFF2-40B4-BE49-F238E27FC236}">
                  <a16:creationId xmlns:a16="http://schemas.microsoft.com/office/drawing/2014/main" id="{7BEEDDE5-CB8A-4DF9-858F-4D9462D955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Freeform 50">
              <a:extLst>
                <a:ext uri="{FF2B5EF4-FFF2-40B4-BE49-F238E27FC236}">
                  <a16:creationId xmlns:a16="http://schemas.microsoft.com/office/drawing/2014/main" id="{DA1C731B-9B66-4D65-BF47-04B118107B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Freeform 51">
              <a:extLst>
                <a:ext uri="{FF2B5EF4-FFF2-40B4-BE49-F238E27FC236}">
                  <a16:creationId xmlns:a16="http://schemas.microsoft.com/office/drawing/2014/main" id="{58DBFEC6-C6DC-4B7A-934F-5A79EC3280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Freeform 52">
              <a:extLst>
                <a:ext uri="{FF2B5EF4-FFF2-40B4-BE49-F238E27FC236}">
                  <a16:creationId xmlns:a16="http://schemas.microsoft.com/office/drawing/2014/main" id="{9948D8CB-2DBE-4E48-98EA-DF9E2666A2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Freeform 53">
              <a:extLst>
                <a:ext uri="{FF2B5EF4-FFF2-40B4-BE49-F238E27FC236}">
                  <a16:creationId xmlns:a16="http://schemas.microsoft.com/office/drawing/2014/main" id="{56AB69F6-9F0B-4AB6-BCA8-AA2FD69E99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Freeform 54">
              <a:extLst>
                <a:ext uri="{FF2B5EF4-FFF2-40B4-BE49-F238E27FC236}">
                  <a16:creationId xmlns:a16="http://schemas.microsoft.com/office/drawing/2014/main" id="{0E7FB426-288D-4B0B-B73B-10CCC0EF41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Freeform 55">
              <a:extLst>
                <a:ext uri="{FF2B5EF4-FFF2-40B4-BE49-F238E27FC236}">
                  <a16:creationId xmlns:a16="http://schemas.microsoft.com/office/drawing/2014/main" id="{A5C59C6B-46C9-48C9-9F57-2EE738B531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Freeform 56">
              <a:extLst>
                <a:ext uri="{FF2B5EF4-FFF2-40B4-BE49-F238E27FC236}">
                  <a16:creationId xmlns:a16="http://schemas.microsoft.com/office/drawing/2014/main" id="{7CE85F33-17DC-4273-B06F-D171094449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6" name="Freeform 57">
              <a:extLst>
                <a:ext uri="{FF2B5EF4-FFF2-40B4-BE49-F238E27FC236}">
                  <a16:creationId xmlns:a16="http://schemas.microsoft.com/office/drawing/2014/main" id="{5CD001CF-F2C4-4810-A8D9-679F9F89E5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7" name="Freeform 58">
              <a:extLst>
                <a:ext uri="{FF2B5EF4-FFF2-40B4-BE49-F238E27FC236}">
                  <a16:creationId xmlns:a16="http://schemas.microsoft.com/office/drawing/2014/main" id="{69F4BCDD-D153-40D2-8DD1-2509EE0CE4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26718" y="2249487"/>
            <a:ext cx="4558840" cy="3541714"/>
          </a:xfrm>
        </p:spPr>
        <p:txBody>
          <a:bodyPr>
            <a:normAutofit/>
          </a:bodyPr>
          <a:lstStyle/>
          <a:p>
            <a:r>
              <a:t>Smaller models</a:t>
            </a:r>
          </a:p>
          <a:p>
            <a:r>
              <a:t>More reliable systems</a:t>
            </a:r>
          </a:p>
          <a:p>
            <a:r>
              <a:t>AI agents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3" name="Rectangle 52">
            <a:extLst>
              <a:ext uri="{FF2B5EF4-FFF2-40B4-BE49-F238E27FC236}">
                <a16:creationId xmlns:a16="http://schemas.microsoft.com/office/drawing/2014/main" id="{CC892AB0-7D6D-4FC9-9105-0CB4271618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4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807353E4-FA19-40CB-8AF8-3A8E6704BE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9399" y="0"/>
            <a:ext cx="448867" cy="1981201"/>
            <a:chOff x="194733" y="0"/>
            <a:chExt cx="598488" cy="1981201"/>
          </a:xfrm>
        </p:grpSpPr>
        <p:sp>
          <p:nvSpPr>
            <p:cNvPr id="11" name="Freeform 35">
              <a:extLst>
                <a:ext uri="{FF2B5EF4-FFF2-40B4-BE49-F238E27FC236}">
                  <a16:creationId xmlns:a16="http://schemas.microsoft.com/office/drawing/2014/main" id="{697D009D-8E70-460A-BE57-321BB07641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285221" y="0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36">
              <a:extLst>
                <a:ext uri="{FF2B5EF4-FFF2-40B4-BE49-F238E27FC236}">
                  <a16:creationId xmlns:a16="http://schemas.microsoft.com/office/drawing/2014/main" id="{D0001F35-F282-403E-8D08-0D204D851F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526521" y="1141413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38">
              <a:extLst>
                <a:ext uri="{FF2B5EF4-FFF2-40B4-BE49-F238E27FC236}">
                  <a16:creationId xmlns:a16="http://schemas.microsoft.com/office/drawing/2014/main" id="{3F8A69A2-2D15-40CD-8C14-A18643ABA5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389996" y="1792288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39">
              <a:extLst>
                <a:ext uri="{FF2B5EF4-FFF2-40B4-BE49-F238E27FC236}">
                  <a16:creationId xmlns:a16="http://schemas.microsoft.com/office/drawing/2014/main" id="{B665CA2A-9D55-4786-9343-EB46672627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194733" y="0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40">
              <a:extLst>
                <a:ext uri="{FF2B5EF4-FFF2-40B4-BE49-F238E27FC236}">
                  <a16:creationId xmlns:a16="http://schemas.microsoft.com/office/drawing/2014/main" id="{CEE9BD85-96DF-4CDF-BC0F-C4E46062B3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602721" y="24288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Rectangle 41">
              <a:extLst>
                <a:ext uri="{FF2B5EF4-FFF2-40B4-BE49-F238E27FC236}">
                  <a16:creationId xmlns:a16="http://schemas.microsoft.com/office/drawing/2014/main" id="{6BB6F5E5-6CA3-4B20-86A7-1174D6E71F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693208" y="0"/>
              <a:ext cx="23813" cy="252413"/>
            </a:xfrm>
            <a:prstGeom prst="rect">
              <a:avLst/>
            </a:pr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328E69E-CE3D-4110-8BF7-AD3C0C10CB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314134" y="0"/>
            <a:ext cx="488156" cy="1730375"/>
            <a:chOff x="11347978" y="0"/>
            <a:chExt cx="650875" cy="1730375"/>
          </a:xfrm>
        </p:grpSpPr>
        <p:sp>
          <p:nvSpPr>
            <p:cNvPr id="19" name="Freeform 32">
              <a:extLst>
                <a:ext uri="{FF2B5EF4-FFF2-40B4-BE49-F238E27FC236}">
                  <a16:creationId xmlns:a16="http://schemas.microsoft.com/office/drawing/2014/main" id="{30F84C80-9E12-4460-B88F-D03839F0C8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67041" y="0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33">
              <a:extLst>
                <a:ext uri="{FF2B5EF4-FFF2-40B4-BE49-F238E27FC236}">
                  <a16:creationId xmlns:a16="http://schemas.microsoft.com/office/drawing/2014/main" id="{2F84C18C-5783-48FF-9DE0-FDA327CFC4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347978" y="474663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34">
              <a:extLst>
                <a:ext uri="{FF2B5EF4-FFF2-40B4-BE49-F238E27FC236}">
                  <a16:creationId xmlns:a16="http://schemas.microsoft.com/office/drawing/2014/main" id="{08C6A855-346C-4589-9AD4-5E15BCBC7A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14678" y="1539875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37">
              <a:extLst>
                <a:ext uri="{FF2B5EF4-FFF2-40B4-BE49-F238E27FC236}">
                  <a16:creationId xmlns:a16="http://schemas.microsoft.com/office/drawing/2014/main" id="{7E64BEE6-1157-421C-A02A-47639E4D9F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94053" y="4763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F64806C9-3599-45A7-BCFF-F762C54276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330200" y="5118101"/>
            <a:ext cx="488156" cy="1730375"/>
            <a:chOff x="118533" y="5118101"/>
            <a:chExt cx="650875" cy="1730375"/>
          </a:xfrm>
        </p:grpSpPr>
        <p:sp>
          <p:nvSpPr>
            <p:cNvPr id="25" name="Freeform 32">
              <a:extLst>
                <a:ext uri="{FF2B5EF4-FFF2-40B4-BE49-F238E27FC236}">
                  <a16:creationId xmlns:a16="http://schemas.microsoft.com/office/drawing/2014/main" id="{41D6E755-9558-4CAA-8F56-469D231C35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237596" y="6335713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33">
              <a:extLst>
                <a:ext uri="{FF2B5EF4-FFF2-40B4-BE49-F238E27FC236}">
                  <a16:creationId xmlns:a16="http://schemas.microsoft.com/office/drawing/2014/main" id="{8FCD41C4-606C-446C-8C81-6353C64424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118533" y="6221413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34">
              <a:extLst>
                <a:ext uri="{FF2B5EF4-FFF2-40B4-BE49-F238E27FC236}">
                  <a16:creationId xmlns:a16="http://schemas.microsoft.com/office/drawing/2014/main" id="{274CFBE4-CEA6-4C81-BB1E-83E1896771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385233" y="5118101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37">
              <a:extLst>
                <a:ext uri="{FF2B5EF4-FFF2-40B4-BE49-F238E27FC236}">
                  <a16:creationId xmlns:a16="http://schemas.microsoft.com/office/drawing/2014/main" id="{24813D3D-7B30-42F2-9065-1B40F140C7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464608" y="5299075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1287AC97-A8E8-4B45-A50A-3057A88B40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8422063" y="4867275"/>
            <a:ext cx="448867" cy="1981201"/>
            <a:chOff x="11424178" y="4867275"/>
            <a:chExt cx="598488" cy="1981201"/>
          </a:xfrm>
        </p:grpSpPr>
        <p:sp>
          <p:nvSpPr>
            <p:cNvPr id="31" name="Freeform 35">
              <a:extLst>
                <a:ext uri="{FF2B5EF4-FFF2-40B4-BE49-F238E27FC236}">
                  <a16:creationId xmlns:a16="http://schemas.microsoft.com/office/drawing/2014/main" id="{57D70AA8-D36C-4DF9-B7D7-4E2C9BEFD9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14666" y="569436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36">
              <a:extLst>
                <a:ext uri="{FF2B5EF4-FFF2-40B4-BE49-F238E27FC236}">
                  <a16:creationId xmlns:a16="http://schemas.microsoft.com/office/drawing/2014/main" id="{74D88556-8C5B-41AF-9FA0-92D2734708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55966" y="5551488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38">
              <a:extLst>
                <a:ext uri="{FF2B5EF4-FFF2-40B4-BE49-F238E27FC236}">
                  <a16:creationId xmlns:a16="http://schemas.microsoft.com/office/drawing/2014/main" id="{17E00558-8912-48C6-8202-D8A2D854B7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19441" y="4867275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39">
              <a:extLst>
                <a:ext uri="{FF2B5EF4-FFF2-40B4-BE49-F238E27FC236}">
                  <a16:creationId xmlns:a16="http://schemas.microsoft.com/office/drawing/2014/main" id="{7E4C092A-90EF-4870-97FC-C2D97FD2CE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24178" y="5046663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40">
              <a:extLst>
                <a:ext uri="{FF2B5EF4-FFF2-40B4-BE49-F238E27FC236}">
                  <a16:creationId xmlns:a16="http://schemas.microsoft.com/office/drawing/2014/main" id="{0C8C091A-4902-4B98-BB6B-AF6FA1174B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832166" y="64166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Rectangle 41">
              <a:extLst>
                <a:ext uri="{FF2B5EF4-FFF2-40B4-BE49-F238E27FC236}">
                  <a16:creationId xmlns:a16="http://schemas.microsoft.com/office/drawing/2014/main" id="{50C57AA3-5B6E-4C49-9AE3-D130A25404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922653" y="6596063"/>
              <a:ext cx="23813" cy="252413"/>
            </a:xfrm>
            <a:prstGeom prst="rect">
              <a:avLst/>
            </a:pr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8" name="Rectangle 37">
            <a:extLst>
              <a:ext uri="{FF2B5EF4-FFF2-40B4-BE49-F238E27FC236}">
                <a16:creationId xmlns:a16="http://schemas.microsoft.com/office/drawing/2014/main" id="{6D29BE04-4454-4832-B83F-10D001BFF9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2">
              <a:lumMod val="5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Round Diagonal Corner Rectangle 7">
            <a:extLst>
              <a:ext uri="{FF2B5EF4-FFF2-40B4-BE49-F238E27FC236}">
                <a16:creationId xmlns:a16="http://schemas.microsoft.com/office/drawing/2014/main" id="{98714CE9-3C2C-48E1-8B8F-CFB7735C43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92150" y="766234"/>
            <a:ext cx="7759699" cy="5325532"/>
          </a:xfrm>
          <a:prstGeom prst="round2DiagRect">
            <a:avLst>
              <a:gd name="adj1" fmla="val 4147"/>
              <a:gd name="adj2" fmla="val 0"/>
            </a:avLst>
          </a:prstGeom>
          <a:solidFill>
            <a:schemeClr val="bg2">
              <a:lumMod val="50000"/>
              <a:alpha val="80000"/>
            </a:schemeClr>
          </a:solidFill>
          <a:ln w="19050" cap="sq">
            <a:solidFill>
              <a:srgbClr val="FFFFFF">
                <a:alpha val="60000"/>
              </a:srgb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3083" y="1168078"/>
            <a:ext cx="6786165" cy="1092200"/>
          </a:xfrm>
        </p:spPr>
        <p:txBody>
          <a:bodyPr anchor="ctr">
            <a:normAutofit/>
          </a:bodyPr>
          <a:lstStyle/>
          <a:p>
            <a:pPr algn="ctr"/>
            <a:r>
              <a:rPr lang="en-US">
                <a:solidFill>
                  <a:srgbClr val="FFFFFF"/>
                </a:solidFill>
              </a:rPr>
              <a:t>Final Takeaway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83084" y="2413001"/>
            <a:ext cx="6786164" cy="3033180"/>
          </a:xfrm>
        </p:spPr>
        <p:txBody>
          <a:bodyPr anchor="ctr">
            <a:normAutofit/>
          </a:bodyPr>
          <a:lstStyle/>
          <a:p>
            <a:r>
              <a:rPr lang="en-US" sz="1700">
                <a:solidFill>
                  <a:srgbClr val="FFFFFF"/>
                </a:solidFill>
              </a:rPr>
              <a:t>Models don’t need to know everything</a:t>
            </a:r>
          </a:p>
          <a:p>
            <a:r>
              <a:rPr lang="en-US" sz="1700">
                <a:solidFill>
                  <a:srgbClr val="FFFFFF"/>
                </a:solidFill>
              </a:rPr>
              <a:t>They need to know when to ask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1079</TotalTime>
  <Words>223</Words>
  <Application>Microsoft Office PowerPoint</Application>
  <PresentationFormat>On-screen Show (4:3)</PresentationFormat>
  <Paragraphs>56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Tw Cen MT</vt:lpstr>
      <vt:lpstr>Circuit</vt:lpstr>
      <vt:lpstr>Toolformer: Language Models Can Teach Themselves to Use Tools</vt:lpstr>
      <vt:lpstr>Why This Paper Exists</vt:lpstr>
      <vt:lpstr>Core Problem</vt:lpstr>
      <vt:lpstr>Key Question</vt:lpstr>
      <vt:lpstr>Key Idea: Toolformer</vt:lpstr>
      <vt:lpstr>Tools Used</vt:lpstr>
      <vt:lpstr>Training Pipeline</vt:lpstr>
      <vt:lpstr>Clever Part: Filtering</vt:lpstr>
      <vt:lpstr>Example</vt:lpstr>
      <vt:lpstr>Fine-Tuning</vt:lpstr>
      <vt:lpstr>Evaluation Tasks</vt:lpstr>
      <vt:lpstr>Results</vt:lpstr>
      <vt:lpstr>Results</vt:lpstr>
      <vt:lpstr>Limitations</vt:lpstr>
      <vt:lpstr>Industry Impact</vt:lpstr>
      <vt:lpstr>Final Takeaway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Tomas Caruso Pernas</cp:lastModifiedBy>
  <cp:revision>4</cp:revision>
  <dcterms:created xsi:type="dcterms:W3CDTF">2013-01-27T09:14:16Z</dcterms:created>
  <dcterms:modified xsi:type="dcterms:W3CDTF">2026-02-04T19:10:04Z</dcterms:modified>
  <cp:category/>
</cp:coreProperties>
</file>