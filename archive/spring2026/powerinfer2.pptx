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6" r:id="rId1"/>
  </p:sldMasterIdLst>
  <p:notesMasterIdLst>
    <p:notesMasterId r:id="rId11"/>
  </p:notesMasterIdLst>
  <p:sldIdLst>
    <p:sldId id="256" r:id="rId2"/>
    <p:sldId id="257" r:id="rId3"/>
    <p:sldId id="262" r:id="rId4"/>
    <p:sldId id="258" r:id="rId5"/>
    <p:sldId id="261" r:id="rId6"/>
    <p:sldId id="263" r:id="rId7"/>
    <p:sldId id="264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75"/>
    <p:restoredTop sz="87500"/>
  </p:normalViewPr>
  <p:slideViewPr>
    <p:cSldViewPr snapToGrid="0">
      <p:cViewPr varScale="1">
        <p:scale>
          <a:sx n="98" d="100"/>
          <a:sy n="98" d="100"/>
        </p:scale>
        <p:origin x="19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C32587-8746-A349-9F87-DB941D8F6FF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085D4C-6720-2243-BFA4-65B0A13B8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17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Disk offloading : llama example (loads massive chunk of model, calculates linear, deletes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85D4C-6720-2243-BFA4-65B0A13B893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22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Disk offloading : llama example (loads massive chunk of model, calculates linear, deletes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85D4C-6720-2243-BFA4-65B0A13B893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096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Llms</a:t>
            </a:r>
            <a:r>
              <a:rPr lang="en-US" dirty="0"/>
              <a:t> are sparse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85D4C-6720-2243-BFA4-65B0A13B893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454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85D4C-6720-2243-BFA4-65B0A13B893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428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85D4C-6720-2243-BFA4-65B0A13B893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06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If AI researchers move toward "Dense" models where every neuron is active to maximize intelligence, PowerInfer-2’s trick of skipping data fails. In a dense model, you’d be back to square one—loading the entire 70GB matrix and hitting that slow "Memory Wall.”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b="1" dirty="0"/>
              <a:t>A Dense Model</a:t>
            </a:r>
            <a:r>
              <a:rPr lang="en-US" dirty="0"/>
              <a:t> is like a system that requires you to read </a:t>
            </a:r>
            <a:r>
              <a:rPr lang="en-US" b="1" dirty="0"/>
              <a:t>every single page</a:t>
            </a:r>
            <a:r>
              <a:rPr lang="en-US" dirty="0"/>
              <a:t> of all 100 volumes just to answer the question "What is a cat?" It’s thorough, but it’s incredibly slow because you’re moving a massive amount of paper.</a:t>
            </a:r>
          </a:p>
          <a:p>
            <a:r>
              <a:rPr lang="en-US" b="1" dirty="0"/>
              <a:t>A Sparse Model</a:t>
            </a:r>
            <a:r>
              <a:rPr lang="en-US" dirty="0"/>
              <a:t> is like a system where, when you ask about a cat, the AI knows that 95 of those volumes are completely irrelevant. It only opens the 5 volumes related to "Animals" and "Biology."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85D4C-6720-2243-BFA4-65B0A13B893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4426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085D4C-6720-2243-BFA4-65B0A13B893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006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263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338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331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877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313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806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700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360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168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112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54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193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5" r:id="rId6"/>
    <p:sldLayoutId id="2147483770" r:id="rId7"/>
    <p:sldLayoutId id="2147483771" r:id="rId8"/>
    <p:sldLayoutId id="2147483772" r:id="rId9"/>
    <p:sldLayoutId id="2147483774" r:id="rId10"/>
    <p:sldLayoutId id="214748377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05CC03-FFBB-16EA-C542-4FC87CDF1F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r>
              <a:rPr lang="en-US" dirty="0"/>
              <a:t>PowerInfer-2:</a:t>
            </a:r>
            <a:br>
              <a:rPr lang="en-US" dirty="0"/>
            </a:br>
            <a:r>
              <a:rPr lang="en-US" dirty="0"/>
              <a:t>Fast LLM Interface on Mobile Devices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7F290F-32A7-26C9-4323-9E311416D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4785543"/>
            <a:ext cx="4857857" cy="1005657"/>
          </a:xfrm>
        </p:spPr>
        <p:txBody>
          <a:bodyPr>
            <a:normAutofit/>
          </a:bodyPr>
          <a:lstStyle/>
          <a:p>
            <a:r>
              <a:rPr lang="en-US" i="1"/>
              <a:t>By Ryan </a:t>
            </a:r>
            <a:r>
              <a:rPr lang="en-US" i="1" err="1"/>
              <a:t>Baiano</a:t>
            </a:r>
            <a:endParaRPr lang="en-US" i="1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83F4AF42-590E-10FD-6B40-20037ACAF9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58" r="18958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526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1C322-4912-C648-0999-002F58209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LLMs on Phones –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7D55B-6DFC-2E1D-5D6E-0A29CD1F3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ChatGPT</a:t>
            </a:r>
            <a:r>
              <a:rPr lang="en-US" dirty="0"/>
              <a:t>, Gemini, etc. run through cloud platforms</a:t>
            </a:r>
          </a:p>
          <a:p>
            <a:r>
              <a:rPr lang="en-US" dirty="0"/>
              <a:t>Locally-run LLMs require high amounts of RAM (30+ GB)</a:t>
            </a:r>
          </a:p>
          <a:p>
            <a:r>
              <a:rPr lang="en-US" dirty="0"/>
              <a:t>Most smartphones only have 8-16 GB of RAM installed</a:t>
            </a:r>
          </a:p>
        </p:txBody>
      </p:sp>
      <p:pic>
        <p:nvPicPr>
          <p:cNvPr id="6146" name="Picture 2" descr="How to Adapt AI Customer Support in the Era of Chatbots">
            <a:extLst>
              <a:ext uri="{FF2B5EF4-FFF2-40B4-BE49-F238E27FC236}">
                <a16:creationId xmlns:a16="http://schemas.microsoft.com/office/drawing/2014/main" id="{FF97E6F0-EF6D-DA4F-C326-7207149D7F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4"/>
          <a:stretch/>
        </p:blipFill>
        <p:spPr bwMode="auto">
          <a:xfrm>
            <a:off x="8838111" y="3529584"/>
            <a:ext cx="2553789" cy="255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8511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1C322-4912-C648-0999-002F58209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LLMs on Phones –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7D55B-6DFC-2E1D-5D6E-0A29CD1F3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Disk offloading: moves huge chunk of memory into the RAM, calculate, delete, repeat</a:t>
            </a:r>
          </a:p>
          <a:p>
            <a:r>
              <a:rPr lang="en-US" dirty="0"/>
              <a:t>The problem: phone storage is 12x slower than SSD on a computer </a:t>
            </a:r>
          </a:p>
        </p:txBody>
      </p:sp>
      <p:pic>
        <p:nvPicPr>
          <p:cNvPr id="4" name="Picture 2" descr="How to Adapt AI Customer Support in the Era of Chatbots">
            <a:extLst>
              <a:ext uri="{FF2B5EF4-FFF2-40B4-BE49-F238E27FC236}">
                <a16:creationId xmlns:a16="http://schemas.microsoft.com/office/drawing/2014/main" id="{3BD43794-9A7C-6A41-FC2B-FDF83C4473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4"/>
          <a:stretch/>
        </p:blipFill>
        <p:spPr bwMode="auto">
          <a:xfrm>
            <a:off x="8838111" y="3529584"/>
            <a:ext cx="2553789" cy="255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4949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1C322-4912-C648-0999-002F58209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Innovation: PowerInfer-2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7D55B-6DFC-2E1D-5D6E-0A29CD1F3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1 word, only 5-10% of neurons are used </a:t>
            </a:r>
          </a:p>
          <a:p>
            <a:r>
              <a:rPr lang="en-US" dirty="0"/>
              <a:t>Using select memory, breaks model into neuron clusters based on subject </a:t>
            </a:r>
          </a:p>
          <a:p>
            <a:r>
              <a:rPr lang="en-US" dirty="0"/>
              <a:t>Pipeline solution – while NPU calculates, UFS already predicts and sends next word’s cluster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548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1C322-4912-C648-0999-002F58209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systems’ problems – </a:t>
            </a:r>
            <a:r>
              <a:rPr lang="en-US" dirty="0" err="1"/>
              <a:t>LLama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7D55B-6DFC-2E1D-5D6E-0A29CD1F3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Moved entire layers at a time</a:t>
            </a:r>
          </a:p>
          <a:p>
            <a:r>
              <a:rPr lang="en-US" dirty="0"/>
              <a:t>Processor sits idle for majority of the time (I/O Starvation)</a:t>
            </a:r>
          </a:p>
          <a:p>
            <a:r>
              <a:rPr lang="en-US" dirty="0"/>
              <a:t>No prediction feature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050" name="Picture 2" descr="Create a logo · Issue #105 · ggml-org/llama.cpp">
            <a:extLst>
              <a:ext uri="{FF2B5EF4-FFF2-40B4-BE49-F238E27FC236}">
                <a16:creationId xmlns:a16="http://schemas.microsoft.com/office/drawing/2014/main" id="{E69AF5C0-F872-1B17-72B1-D76F299D6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1394" y="3995605"/>
            <a:ext cx="6209211" cy="2596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4816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PowerInfer-2: Fast Large Language Model Inference on a Smartphone |  PowerInfer">
            <a:extLst>
              <a:ext uri="{FF2B5EF4-FFF2-40B4-BE49-F238E27FC236}">
                <a16:creationId xmlns:a16="http://schemas.microsoft.com/office/drawing/2014/main" id="{F8CD2974-ADB4-11C2-3057-2D095F64B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052" y="1069229"/>
            <a:ext cx="10219895" cy="4719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755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1C322-4912-C648-0999-002F58209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Setbacks / problems with powerinfer-2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7D55B-6DFC-2E1D-5D6E-0A29CD1F3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Fetching isn’t perfect </a:t>
            </a:r>
          </a:p>
          <a:p>
            <a:r>
              <a:rPr lang="en-US" dirty="0"/>
              <a:t>Sparsity dependency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954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1C322-4912-C648-0999-002F58209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7D55B-6DFC-2E1D-5D6E-0A29CD1F3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Financial firms</a:t>
            </a:r>
          </a:p>
          <a:p>
            <a:r>
              <a:rPr lang="en-US" dirty="0"/>
              <a:t>Government</a:t>
            </a:r>
          </a:p>
          <a:p>
            <a:r>
              <a:rPr lang="en-US" dirty="0"/>
              <a:t>Any institution dealing with proprietary data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 descr="Proprietary - Free business and finance icons">
            <a:extLst>
              <a:ext uri="{FF2B5EF4-FFF2-40B4-BE49-F238E27FC236}">
                <a16:creationId xmlns:a16="http://schemas.microsoft.com/office/drawing/2014/main" id="{A85C264C-4662-211C-0F11-257FDE996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1284" y="1954276"/>
            <a:ext cx="3150616" cy="3150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1521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C6A-B101-DC18-F342-19A3B67E4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SOurce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86ADC-2484-3502-378F-A3CFED1EE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PowerInfer-2: Fast Large Language Model Inference on a Smartphone</a:t>
            </a:r>
          </a:p>
        </p:txBody>
      </p:sp>
    </p:spTree>
    <p:extLst>
      <p:ext uri="{BB962C8B-B14F-4D97-AF65-F5344CB8AC3E}">
        <p14:creationId xmlns:p14="http://schemas.microsoft.com/office/powerpoint/2010/main" val="2455157936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368</Words>
  <Application>Microsoft Macintosh PowerPoint</Application>
  <PresentationFormat>Widescreen</PresentationFormat>
  <Paragraphs>46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Calisto MT</vt:lpstr>
      <vt:lpstr>Univers Condensed</vt:lpstr>
      <vt:lpstr>ChronicleVTI</vt:lpstr>
      <vt:lpstr>PowerInfer-2: Fast LLM Interface on Mobile Devices</vt:lpstr>
      <vt:lpstr>LLMs on Phones – Overview</vt:lpstr>
      <vt:lpstr>LLMs on Phones – Overview</vt:lpstr>
      <vt:lpstr>Innovation: PowerInfer-2</vt:lpstr>
      <vt:lpstr>Previous systems’ problems – LLama</vt:lpstr>
      <vt:lpstr>PowerPoint Presentation</vt:lpstr>
      <vt:lpstr>Setbacks / problems with powerinfer-2</vt:lpstr>
      <vt:lpstr>Modern implications</vt:lpstr>
      <vt:lpstr>SOurce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PowerInfer-2: Fast LLM Interface on Mobile Devices</dc:title>
  <dc:creator>Ryan Baiano</dc:creator>
  <cp:lastModifiedBy>Ryan Baiano</cp:lastModifiedBy>
  <cp:revision>7</cp:revision>
  <dcterms:created xsi:type="dcterms:W3CDTF">2026-02-10T22:13:08Z</dcterms:created>
  <dcterms:modified xsi:type="dcterms:W3CDTF">2026-02-11T00:06:11Z</dcterms:modified>
</cp:coreProperties>
</file>